
<file path=[Content_Types].xml><?xml version="1.0" encoding="utf-8"?>
<Types xmlns="http://schemas.openxmlformats.org/package/2006/content-types">
  <Default Extension="emf" ContentType="image/x-emf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01" r:id="rId4"/>
  </p:sldMasterIdLst>
  <p:notesMasterIdLst>
    <p:notesMasterId r:id="rId16"/>
  </p:notesMasterIdLst>
  <p:sldIdLst>
    <p:sldId id="345" r:id="rId5"/>
    <p:sldId id="370" r:id="rId6"/>
    <p:sldId id="346" r:id="rId7"/>
    <p:sldId id="347" r:id="rId8"/>
    <p:sldId id="355" r:id="rId9"/>
    <p:sldId id="368" r:id="rId10"/>
    <p:sldId id="369" r:id="rId11"/>
    <p:sldId id="357" r:id="rId12"/>
    <p:sldId id="356" r:id="rId13"/>
    <p:sldId id="359" r:id="rId14"/>
    <p:sldId id="3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4032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CC915290-8344-CD5D-185D-98D43C5DE9EE}" name="Kate Sample" initials="KS" userId="S::ksample@firstinspires.org::ad24f2c8-db21-4b10-9534-7a98911ec180" providerId="AD"/>
  <p188:author id="{E97725C9-38CB-DF41-38E4-16BBCD052361}" name="Tammy Pankey" initials="TP" userId="S::tpankey@firstinspires.org::89b84b47-0384-4d66-b56e-dc00ebdb68c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Kathy Morgan" initials="KM" lastIdx="14" clrIdx="0">
    <p:extLst>
      <p:ext uri="{19B8F6BF-5375-455C-9EA6-DF929625EA0E}">
        <p15:presenceInfo xmlns:p15="http://schemas.microsoft.com/office/powerpoint/2012/main" userId="S::kmorgan@firstinspires.org::19752d8f-270a-426b-91ad-1bf5c79275bc" providerId="AD"/>
      </p:ext>
    </p:extLst>
  </p:cmAuthor>
  <p:cmAuthor id="2" name="Tammy Pankey" initials="TP" lastIdx="25" clrIdx="1">
    <p:extLst>
      <p:ext uri="{19B8F6BF-5375-455C-9EA6-DF929625EA0E}">
        <p15:presenceInfo xmlns:p15="http://schemas.microsoft.com/office/powerpoint/2012/main" userId="S::tpankey@firstinspires.org::89b84b47-0384-4d66-b56e-dc00ebdb68cf" providerId="AD"/>
      </p:ext>
    </p:extLst>
  </p:cmAuthor>
  <p:cmAuthor id="3" name="Betsy Daniels" initials="BD" lastIdx="4" clrIdx="2">
    <p:extLst>
      <p:ext uri="{19B8F6BF-5375-455C-9EA6-DF929625EA0E}">
        <p15:presenceInfo xmlns:p15="http://schemas.microsoft.com/office/powerpoint/2012/main" userId="S::bdaniels@firstinspires.org::a44171bd-6c25-4139-ab16-062dbd6de46d" providerId="AD"/>
      </p:ext>
    </p:extLst>
  </p:cmAuthor>
  <p:cmAuthor id="4" name="Libby Simpson" initials="LS" lastIdx="6" clrIdx="3">
    <p:extLst>
      <p:ext uri="{19B8F6BF-5375-455C-9EA6-DF929625EA0E}">
        <p15:presenceInfo xmlns:p15="http://schemas.microsoft.com/office/powerpoint/2012/main" userId="S::lsimpson@firstinspires.org::279f7fcd-fcc6-488a-9740-ffec112d6907" providerId="AD"/>
      </p:ext>
    </p:extLst>
  </p:cmAuthor>
  <p:cmAuthor id="5" name="Marian Murphy" initials="MM" lastIdx="9" clrIdx="4">
    <p:extLst>
      <p:ext uri="{19B8F6BF-5375-455C-9EA6-DF929625EA0E}">
        <p15:presenceInfo xmlns:p15="http://schemas.microsoft.com/office/powerpoint/2012/main" userId="S::mmurphy@firstinspires.org::6ddc4b1b-6521-474c-a22d-2c363c1d3661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4A848"/>
    <a:srgbClr val="ED1C24"/>
    <a:srgbClr val="0660AC"/>
    <a:srgbClr val="00A551"/>
    <a:srgbClr val="0FB7D1"/>
    <a:srgbClr val="FF781D"/>
    <a:srgbClr val="662D91"/>
    <a:srgbClr val="FFFFFF"/>
    <a:srgbClr val="E3F3F6"/>
    <a:srgbClr val="EBF5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0E260B-7ABC-4909-8063-7856DB6E5E64}" v="12" dt="2026-05-21T21:54:22.897"/>
    <p1510:client id="{B53566A7-D546-48F2-BA90-0330F395E534}" v="1" dt="2026-05-22T16:49:33.345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2" autoAdjust="0"/>
    <p:restoredTop sz="85490" autoAdjust="0"/>
  </p:normalViewPr>
  <p:slideViewPr>
    <p:cSldViewPr snapToGrid="0">
      <p:cViewPr varScale="1">
        <p:scale>
          <a:sx n="67" d="100"/>
          <a:sy n="67" d="100"/>
        </p:scale>
        <p:origin x="1190" y="58"/>
      </p:cViewPr>
      <p:guideLst>
        <p:guide orient="horz" pos="2160"/>
        <p:guide pos="4032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commentAuthors" Target="commentAuthors.xml"/><Relationship Id="rId2" Type="http://schemas.openxmlformats.org/officeDocument/2006/relationships/customXml" Target="../customXml/item2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microsoft.com/office/2018/10/relationships/authors" Target="author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microsoft.com/office/2015/10/relationships/revisionInfo" Target="revisionInfo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ate Sample" userId="ad24f2c8-db21-4b10-9534-7a98911ec180" providerId="ADAL" clId="{C9D5FCC2-313F-4ADF-852E-FBEE7C6548C8}"/>
    <pc:docChg chg="custSel addSld delSld modSld">
      <pc:chgData name="Kate Sample" userId="ad24f2c8-db21-4b10-9534-7a98911ec180" providerId="ADAL" clId="{C9D5FCC2-313F-4ADF-852E-FBEE7C6548C8}" dt="2026-05-21T21:55:32.530" v="150" actId="20577"/>
      <pc:docMkLst>
        <pc:docMk/>
      </pc:docMkLst>
      <pc:sldChg chg="del">
        <pc:chgData name="Kate Sample" userId="ad24f2c8-db21-4b10-9534-7a98911ec180" providerId="ADAL" clId="{C9D5FCC2-313F-4ADF-852E-FBEE7C6548C8}" dt="2026-05-21T21:42:27.106" v="3" actId="47"/>
        <pc:sldMkLst>
          <pc:docMk/>
          <pc:sldMk cId="1109188424" sldId="294"/>
        </pc:sldMkLst>
      </pc:sldChg>
      <pc:sldChg chg="addSp delSp modSp">
        <pc:chgData name="Kate Sample" userId="ad24f2c8-db21-4b10-9534-7a98911ec180" providerId="ADAL" clId="{C9D5FCC2-313F-4ADF-852E-FBEE7C6548C8}" dt="2026-05-21T21:44:41.718" v="15"/>
        <pc:sldMkLst>
          <pc:docMk/>
          <pc:sldMk cId="2890323369" sldId="345"/>
        </pc:sldMkLst>
        <pc:picChg chg="add mod">
          <ac:chgData name="Kate Sample" userId="ad24f2c8-db21-4b10-9534-7a98911ec180" providerId="ADAL" clId="{C9D5FCC2-313F-4ADF-852E-FBEE7C6548C8}" dt="2026-05-21T21:44:41.718" v="15"/>
          <ac:picMkLst>
            <pc:docMk/>
            <pc:sldMk cId="2890323369" sldId="345"/>
            <ac:picMk id="2" creationId="{D504BFDA-4280-95B6-A867-73C551FE3214}"/>
          </ac:picMkLst>
        </pc:picChg>
        <pc:picChg chg="add mod">
          <ac:chgData name="Kate Sample" userId="ad24f2c8-db21-4b10-9534-7a98911ec180" providerId="ADAL" clId="{C9D5FCC2-313F-4ADF-852E-FBEE7C6548C8}" dt="2026-05-21T21:44:41.718" v="15"/>
          <ac:picMkLst>
            <pc:docMk/>
            <pc:sldMk cId="2890323369" sldId="345"/>
            <ac:picMk id="5" creationId="{EB8A5043-DD38-79EF-5EE6-DB6EB481E73A}"/>
          </ac:picMkLst>
        </pc:picChg>
        <pc:picChg chg="del">
          <ac:chgData name="Kate Sample" userId="ad24f2c8-db21-4b10-9534-7a98911ec180" providerId="ADAL" clId="{C9D5FCC2-313F-4ADF-852E-FBEE7C6548C8}" dt="2026-05-21T21:42:12.721" v="0" actId="478"/>
          <ac:picMkLst>
            <pc:docMk/>
            <pc:sldMk cId="2890323369" sldId="345"/>
            <ac:picMk id="1026" creationId="{DDA63D0B-B4FA-47D6-90BF-8720DA8813F0}"/>
          </ac:picMkLst>
        </pc:picChg>
        <pc:picChg chg="del">
          <ac:chgData name="Kate Sample" userId="ad24f2c8-db21-4b10-9534-7a98911ec180" providerId="ADAL" clId="{C9D5FCC2-313F-4ADF-852E-FBEE7C6548C8}" dt="2026-05-21T21:42:13.295" v="1" actId="478"/>
          <ac:picMkLst>
            <pc:docMk/>
            <pc:sldMk cId="2890323369" sldId="345"/>
            <ac:picMk id="1027" creationId="{C823F484-6DA0-2D29-88D1-8E8A79D65AFD}"/>
          </ac:picMkLst>
        </pc:picChg>
      </pc:sldChg>
      <pc:sldChg chg="addSp delSp modSp mod">
        <pc:chgData name="Kate Sample" userId="ad24f2c8-db21-4b10-9534-7a98911ec180" providerId="ADAL" clId="{C9D5FCC2-313F-4ADF-852E-FBEE7C6548C8}" dt="2026-05-21T21:49:11.974" v="81" actId="1076"/>
        <pc:sldMkLst>
          <pc:docMk/>
          <pc:sldMk cId="2984839933" sldId="346"/>
        </pc:sldMkLst>
        <pc:spChg chg="add mod">
          <ac:chgData name="Kate Sample" userId="ad24f2c8-db21-4b10-9534-7a98911ec180" providerId="ADAL" clId="{C9D5FCC2-313F-4ADF-852E-FBEE7C6548C8}" dt="2026-05-21T21:48:15.688" v="30" actId="164"/>
          <ac:spMkLst>
            <pc:docMk/>
            <pc:sldMk cId="2984839933" sldId="346"/>
            <ac:spMk id="10" creationId="{D3CB9D6E-D594-7AD6-E377-36FB51778758}"/>
          </ac:spMkLst>
        </pc:spChg>
        <pc:spChg chg="add mod">
          <ac:chgData name="Kate Sample" userId="ad24f2c8-db21-4b10-9534-7a98911ec180" providerId="ADAL" clId="{C9D5FCC2-313F-4ADF-852E-FBEE7C6548C8}" dt="2026-05-21T21:49:11.974" v="81" actId="1076"/>
          <ac:spMkLst>
            <pc:docMk/>
            <pc:sldMk cId="2984839933" sldId="346"/>
            <ac:spMk id="13" creationId="{124C41D2-3EF1-CBB9-348F-56771C4F11A1}"/>
          </ac:spMkLst>
        </pc:spChg>
        <pc:spChg chg="mod">
          <ac:chgData name="Kate Sample" userId="ad24f2c8-db21-4b10-9534-7a98911ec180" providerId="ADAL" clId="{C9D5FCC2-313F-4ADF-852E-FBEE7C6548C8}" dt="2026-05-21T21:47:38.823" v="21" actId="14100"/>
          <ac:spMkLst>
            <pc:docMk/>
            <pc:sldMk cId="2984839933" sldId="346"/>
            <ac:spMk id="18" creationId="{BA0E88E3-F612-1935-7D31-FB209A5EA782}"/>
          </ac:spMkLst>
        </pc:spChg>
        <pc:spChg chg="mod">
          <ac:chgData name="Kate Sample" userId="ad24f2c8-db21-4b10-9534-7a98911ec180" providerId="ADAL" clId="{C9D5FCC2-313F-4ADF-852E-FBEE7C6548C8}" dt="2026-05-21T21:47:42.117" v="22" actId="1076"/>
          <ac:spMkLst>
            <pc:docMk/>
            <pc:sldMk cId="2984839933" sldId="346"/>
            <ac:spMk id="19" creationId="{BEAEDCCE-E731-9EB2-E242-0A319897B47A}"/>
          </ac:spMkLst>
        </pc:spChg>
        <pc:grpChg chg="add mod">
          <ac:chgData name="Kate Sample" userId="ad24f2c8-db21-4b10-9534-7a98911ec180" providerId="ADAL" clId="{C9D5FCC2-313F-4ADF-852E-FBEE7C6548C8}" dt="2026-05-21T21:48:15.688" v="30" actId="164"/>
          <ac:grpSpMkLst>
            <pc:docMk/>
            <pc:sldMk cId="2984839933" sldId="346"/>
            <ac:grpSpMk id="12" creationId="{B88FE806-393D-60B6-45BC-0DA99FAFE329}"/>
          </ac:grpSpMkLst>
        </pc:grpChg>
        <pc:grpChg chg="del">
          <ac:chgData name="Kate Sample" userId="ad24f2c8-db21-4b10-9534-7a98911ec180" providerId="ADAL" clId="{C9D5FCC2-313F-4ADF-852E-FBEE7C6548C8}" dt="2026-05-21T21:47:14.490" v="16" actId="478"/>
          <ac:grpSpMkLst>
            <pc:docMk/>
            <pc:sldMk cId="2984839933" sldId="346"/>
            <ac:grpSpMk id="20" creationId="{D579874A-9195-EF4B-2C43-8E14FFB47AF5}"/>
          </ac:grpSpMkLst>
        </pc:grpChg>
        <pc:picChg chg="add mod">
          <ac:chgData name="Kate Sample" userId="ad24f2c8-db21-4b10-9534-7a98911ec180" providerId="ADAL" clId="{C9D5FCC2-313F-4ADF-852E-FBEE7C6548C8}" dt="2026-05-21T21:48:15.688" v="30" actId="164"/>
          <ac:picMkLst>
            <pc:docMk/>
            <pc:sldMk cId="2984839933" sldId="346"/>
            <ac:picMk id="4" creationId="{13AD4FE6-D294-2A7D-8E8E-5366728E8A58}"/>
          </ac:picMkLst>
        </pc:picChg>
      </pc:sldChg>
      <pc:sldChg chg="modNotesTx">
        <pc:chgData name="Kate Sample" userId="ad24f2c8-db21-4b10-9534-7a98911ec180" providerId="ADAL" clId="{C9D5FCC2-313F-4ADF-852E-FBEE7C6548C8}" dt="2026-05-21T21:52:09.281" v="107" actId="20577"/>
        <pc:sldMkLst>
          <pc:docMk/>
          <pc:sldMk cId="1999005728" sldId="355"/>
        </pc:sldMkLst>
      </pc:sldChg>
      <pc:sldChg chg="modSp mod">
        <pc:chgData name="Kate Sample" userId="ad24f2c8-db21-4b10-9534-7a98911ec180" providerId="ADAL" clId="{C9D5FCC2-313F-4ADF-852E-FBEE7C6548C8}" dt="2026-05-21T21:55:32.530" v="150" actId="20577"/>
        <pc:sldMkLst>
          <pc:docMk/>
          <pc:sldMk cId="1393850421" sldId="357"/>
        </pc:sldMkLst>
        <pc:spChg chg="mod">
          <ac:chgData name="Kate Sample" userId="ad24f2c8-db21-4b10-9534-7a98911ec180" providerId="ADAL" clId="{C9D5FCC2-313F-4ADF-852E-FBEE7C6548C8}" dt="2026-05-21T21:55:32.530" v="150" actId="20577"/>
          <ac:spMkLst>
            <pc:docMk/>
            <pc:sldMk cId="1393850421" sldId="357"/>
            <ac:spMk id="11" creationId="{BB4A7199-DF59-C861-6CFC-158D81D4FADB}"/>
          </ac:spMkLst>
        </pc:spChg>
      </pc:sldChg>
      <pc:sldChg chg="add">
        <pc:chgData name="Kate Sample" userId="ad24f2c8-db21-4b10-9534-7a98911ec180" providerId="ADAL" clId="{C9D5FCC2-313F-4ADF-852E-FBEE7C6548C8}" dt="2026-05-21T21:42:24.631" v="2"/>
        <pc:sldMkLst>
          <pc:docMk/>
          <pc:sldMk cId="4203380145" sldId="365"/>
        </pc:sldMkLst>
      </pc:sldChg>
      <pc:sldChg chg="addSp delSp modSp mod">
        <pc:chgData name="Kate Sample" userId="ad24f2c8-db21-4b10-9534-7a98911ec180" providerId="ADAL" clId="{C9D5FCC2-313F-4ADF-852E-FBEE7C6548C8}" dt="2026-05-21T21:52:49.682" v="110" actId="1076"/>
        <pc:sldMkLst>
          <pc:docMk/>
          <pc:sldMk cId="1669780500" sldId="368"/>
        </pc:sldMkLst>
        <pc:spChg chg="mod">
          <ac:chgData name="Kate Sample" userId="ad24f2c8-db21-4b10-9534-7a98911ec180" providerId="ADAL" clId="{C9D5FCC2-313F-4ADF-852E-FBEE7C6548C8}" dt="2026-05-21T21:52:49.682" v="110" actId="1076"/>
          <ac:spMkLst>
            <pc:docMk/>
            <pc:sldMk cId="1669780500" sldId="368"/>
            <ac:spMk id="3" creationId="{38A50A1B-3382-F1D5-3083-4E25B7306331}"/>
          </ac:spMkLst>
        </pc:spChg>
        <pc:picChg chg="del">
          <ac:chgData name="Kate Sample" userId="ad24f2c8-db21-4b10-9534-7a98911ec180" providerId="ADAL" clId="{C9D5FCC2-313F-4ADF-852E-FBEE7C6548C8}" dt="2026-05-21T21:42:35.251" v="5" actId="478"/>
          <ac:picMkLst>
            <pc:docMk/>
            <pc:sldMk cId="1669780500" sldId="368"/>
            <ac:picMk id="6" creationId="{E0798F82-DCA1-3BDA-6800-1556ED908763}"/>
          </ac:picMkLst>
        </pc:picChg>
        <pc:picChg chg="add mod">
          <ac:chgData name="Kate Sample" userId="ad24f2c8-db21-4b10-9534-7a98911ec180" providerId="ADAL" clId="{C9D5FCC2-313F-4ADF-852E-FBEE7C6548C8}" dt="2026-05-21T21:44:18.838" v="12" actId="1076"/>
          <ac:picMkLst>
            <pc:docMk/>
            <pc:sldMk cId="1669780500" sldId="368"/>
            <ac:picMk id="11" creationId="{988863FE-F15C-4C6F-7A1B-AF3B3EF404E6}"/>
          </ac:picMkLst>
        </pc:picChg>
      </pc:sldChg>
      <pc:sldChg chg="addSp delSp modSp mod">
        <pc:chgData name="Kate Sample" userId="ad24f2c8-db21-4b10-9534-7a98911ec180" providerId="ADAL" clId="{C9D5FCC2-313F-4ADF-852E-FBEE7C6548C8}" dt="2026-05-21T21:44:25.814" v="14" actId="14100"/>
        <pc:sldMkLst>
          <pc:docMk/>
          <pc:sldMk cId="2767951045" sldId="369"/>
        </pc:sldMkLst>
        <pc:picChg chg="del">
          <ac:chgData name="Kate Sample" userId="ad24f2c8-db21-4b10-9534-7a98911ec180" providerId="ADAL" clId="{C9D5FCC2-313F-4ADF-852E-FBEE7C6548C8}" dt="2026-05-21T21:42:33.783" v="4" actId="478"/>
          <ac:picMkLst>
            <pc:docMk/>
            <pc:sldMk cId="2767951045" sldId="369"/>
            <ac:picMk id="2" creationId="{9542F056-8458-5789-88C5-9FE035810D9A}"/>
          </ac:picMkLst>
        </pc:picChg>
        <pc:picChg chg="add mod">
          <ac:chgData name="Kate Sample" userId="ad24f2c8-db21-4b10-9534-7a98911ec180" providerId="ADAL" clId="{C9D5FCC2-313F-4ADF-852E-FBEE7C6548C8}" dt="2026-05-21T21:44:25.814" v="14" actId="14100"/>
          <ac:picMkLst>
            <pc:docMk/>
            <pc:sldMk cId="2767951045" sldId="369"/>
            <ac:picMk id="3" creationId="{E17F3C38-583A-F102-FC6E-6A5BA5F25945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F13F5F3-06B3-EE47-BF43-708E2593BF64}" type="datetimeFigureOut">
              <a:rPr lang="en-US" smtClean="0"/>
              <a:t>5/22/2026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47B8CF6-C2C2-924C-96EF-0C0C9E05FEB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450118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B9991-E4AF-6078-0DC6-FF59A013A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27EBD-082C-91A7-82C5-657E74806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3831C-0D4E-96FB-F378-AC328F196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E8D4B-9796-01CF-B93A-20E3E4971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7B8CF6-C2C2-924C-96EF-0C0C9E05FE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572264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CE49D-5553-0DBB-0BF8-64444079B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F88F2-C0A6-7CFA-E6E4-7B9D5209F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D103EF-C1A0-3E61-8EEF-561510BCA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b="1" i="0" u="none" strike="noStrike" dirty="0">
                <a:solidFill>
                  <a:srgbClr val="662D91"/>
                </a:solidFill>
                <a:effectLst/>
                <a:latin typeface="Helvetica Neue"/>
              </a:rPr>
              <a:t>Discuss with students the different mission models they built, and the </a:t>
            </a:r>
            <a:r>
              <a:rPr lang="en-US" b="1" i="0" u="none" strike="noStrike">
                <a:solidFill>
                  <a:srgbClr val="662D91"/>
                </a:solidFill>
                <a:effectLst/>
                <a:latin typeface="Helvetica Neue"/>
              </a:rPr>
              <a:t>Project Sparks </a:t>
            </a:r>
            <a:r>
              <a:rPr lang="en-US" b="1" i="0" u="none" strike="noStrike" dirty="0">
                <a:solidFill>
                  <a:srgbClr val="662D91"/>
                </a:solidFill>
                <a:effectLst/>
                <a:latin typeface="Helvetica Neue"/>
              </a:rPr>
              <a:t>from last session. 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Helvetica Neue"/>
              </a:rPr>
              <a:t>​</a:t>
            </a:r>
            <a:r>
              <a:rPr lang="en-US" b="0" i="0" dirty="0">
                <a:solidFill>
                  <a:srgbClr val="000000"/>
                </a:solidFill>
                <a:effectLst/>
                <a:latin typeface="Helvetica Neue"/>
              </a:rPr>
              <a:t>​</a:t>
            </a:r>
            <a:endParaRPr lang="en-US" b="0" i="0" dirty="0">
              <a:solidFill>
                <a:srgbClr val="444444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4329F-FEF6-FFF8-66E6-F1A710536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247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1CE49D-5553-0DBB-0BF8-64444079B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F4F88F2-C0A6-7CFA-E6E4-7B9D5209F86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5D103EF-C1A0-3E61-8EEF-561510BCA05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FontTx/>
              <a:buNone/>
            </a:pPr>
            <a:r>
              <a:rPr lang="en-US" sz="1200" b="1" i="0" u="none" strike="noStrike" baseline="0" dirty="0">
                <a:solidFill>
                  <a:srgbClr val="662D91"/>
                </a:solidFill>
                <a:latin typeface="Helvetica Neue" panose="02000503000000020004"/>
                <a:ea typeface="Roboto"/>
              </a:rPr>
              <a:t>Introduction:</a:t>
            </a:r>
          </a:p>
          <a:p>
            <a:pPr algn="l" rtl="0" fontAlgn="base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• Think about how you will use the Core Value of </a:t>
            </a:r>
            <a:r>
              <a:rPr lang="en-US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discovery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in your team’s journey. </a:t>
            </a:r>
            <a:endParaRPr lang="en-US" b="0" i="0" dirty="0">
              <a:solidFill>
                <a:srgbClr val="444444"/>
              </a:solidFill>
              <a:effectLst/>
              <a:latin typeface="Calibri" panose="020F0502020204030204" pitchFamily="34" charset="0"/>
            </a:endParaRPr>
          </a:p>
          <a:p>
            <a:pPr algn="l" rtl="0" fontAlgn="base"/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• Record what your goals are and what you hope to learn on the Team Progress sheet on page 8.</a:t>
            </a:r>
          </a:p>
          <a:p>
            <a:pPr algn="l" rtl="0" fontAlgn="base"/>
            <a:endParaRPr lang="en-US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0" indent="0" algn="l" rtl="0" fontAlgn="base">
              <a:buFont typeface="Arial" panose="020B0604020202020204" pitchFamily="34" charset="0"/>
              <a:buNone/>
            </a:pPr>
            <a:r>
              <a:rPr lang="en-US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Session Tips:</a:t>
            </a:r>
            <a:endParaRPr lang="en-US" b="0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marL="171450" indent="-171450" algn="l" rtl="0" fontAlgn="base">
              <a:buFont typeface="Arial" panose="020B0604020202020204" pitchFamily="34" charset="0"/>
              <a:buChar char="•"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Teams will explore the six Core Values throughout their season.</a:t>
            </a:r>
            <a:endParaRPr lang="en-US" b="0" i="0" dirty="0">
              <a:solidFill>
                <a:srgbClr val="444444"/>
              </a:solidFill>
              <a:effectLst/>
              <a:latin typeface="Calibri" panose="020F05020202040302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84329F-FEF6-FFF8-66E6-F1A7105361D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3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3824767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EBAE63-EAF5-5DC0-BD9D-5611570849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FF8F350-F575-A504-5C04-32AB6415BF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8DF365-6CA7-1651-636F-D25B35575BA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sz="1800" i="0" u="sng" strike="noStrike" kern="1200" dirty="0">
                <a:solidFill>
                  <a:srgbClr val="0563C1"/>
                </a:solidFill>
                <a:effectLst/>
                <a:latin typeface="Calibri" panose="020F0502020204030204" pitchFamily="34" charset="0"/>
                <a:cs typeface="Calibri"/>
              </a:rPr>
              <a:t>Session specific vocab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65ACC9-40FF-A0EC-8818-E4B1B4D1228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094554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D8EF91-DCAE-7221-3140-98B111EB5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E021226-F7EB-D697-2B9C-8CB57D076A7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CA72EB8-A3D4-2E7A-59F3-B5EFB9BE5D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buNone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Tasks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2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Open the SPIKE App/ Click the Start button.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Find your Lesson.</a:t>
            </a:r>
          </a:p>
          <a:p>
            <a:pPr marL="742950" lvl="1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Tutorial Activities (1-6 (optional)</a:t>
            </a:r>
          </a:p>
          <a:p>
            <a:pPr marL="742950" lvl="1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Competition Ready Unit Training Camp 1: Driving Around</a:t>
            </a:r>
          </a:p>
          <a:p>
            <a:pPr marL="285750" lvl="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Use the skills you learned to navigate your robot to one of the mission models.  </a:t>
            </a:r>
          </a:p>
          <a:p>
            <a:pPr marL="285750" lvl="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Talk to your team about your ideas for the innovation project.	</a:t>
            </a:r>
          </a:p>
          <a:p>
            <a:pPr marL="285750" lvl="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Discuss the reflection questions and record your progress.</a:t>
            </a:r>
            <a:r>
              <a:rPr lang="en-US" sz="2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algn="l" rtl="0" fontAlgn="base">
              <a:buNone/>
            </a:pPr>
            <a:endParaRPr lang="en-US" sz="28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buNone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Session Tips</a:t>
            </a:r>
            <a:r>
              <a:rPr lang="en-US" sz="2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Teams will explore the six 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FIRST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Core Values throughout their season.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tutorial activities in the SPIKE™ app are optional but recommended if your team  has minimal coding and  building experience.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After a program is downloaded on to the controller, it cannot be transferred back to be opened and edited.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Have the team practice their  new skills by trying to drive the robot to a model and then returning to home.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team should reference  the innovation project page  and begin identifying problems.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team will need to decide on their problem statement by Session 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5C462A2-015F-9042-E817-70074872781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5011519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2A79A0-6943-9DB5-59E3-DD95E07875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EF216FB9-E39B-0A6E-414A-67B17095F51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E1C332C-0EB2-8480-C7AC-C905994A8CF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buNone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Tasks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2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Open the SPIKE App/ Click the Start button.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Find your Lesson.</a:t>
            </a:r>
          </a:p>
          <a:p>
            <a:pPr marL="742950" lvl="1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Tutorial Activities (1-6 (optional)</a:t>
            </a:r>
          </a:p>
          <a:p>
            <a:pPr marL="742950" lvl="1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Competition Ready Unit Training Camp 1: Driving Around</a:t>
            </a:r>
          </a:p>
          <a:p>
            <a:pPr marL="285750" lvl="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Use the skills you learned to navigate your robot to one of the mission models.  </a:t>
            </a:r>
          </a:p>
          <a:p>
            <a:pPr marL="285750" lvl="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Talk to your team about your ideas for the innovation project.	</a:t>
            </a:r>
          </a:p>
          <a:p>
            <a:pPr marL="285750" lvl="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Discuss the reflection questions and record your progress.</a:t>
            </a:r>
            <a:r>
              <a:rPr lang="en-US" sz="2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algn="l" rtl="0" fontAlgn="base">
              <a:buNone/>
            </a:pPr>
            <a:endParaRPr lang="en-US" sz="28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buNone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Session Tips</a:t>
            </a:r>
            <a:r>
              <a:rPr lang="en-US" sz="2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Teams will explore the six 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FIRST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Core Values throughout their season.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tutorial activities in the SPIKE™ app are optional but recommended if your team  has minimal coding and  building experience.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After a program is downloaded on to the controller, it cannot be transferred back to be opened and edited.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Have the team practice their  new skills by trying to drive the robot to a model and then returning to home.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team should reference  the innovation project page  and begin identifying problems.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team will need to decide on their problem statement by Session 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5EEDE2-2EC3-1E79-31DB-0EB4FB64D11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759065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213B8A-0458-C1C4-85F1-10206DE1B9A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A9FA4CE-BAB2-55B4-C9C2-3196FFE4696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2DFCCFF-8FB2-9EFE-8410-B4FB417DE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buNone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Tasks</a:t>
            </a:r>
            <a:r>
              <a:rPr lang="en-US" sz="2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2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Open the SPIKE App/ Click the Start button.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Find your Lesson.</a:t>
            </a:r>
          </a:p>
          <a:p>
            <a:pPr marL="742950" lvl="1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Tutorial Activities (1-6 (optional)</a:t>
            </a:r>
          </a:p>
          <a:p>
            <a:pPr marL="742950" lvl="1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Competition Ready Unit Training Camp 1: Driving Around</a:t>
            </a:r>
          </a:p>
          <a:p>
            <a:pPr marL="285750" lvl="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Use the skills you learned to navigate your robot to one of the mission models.  </a:t>
            </a:r>
          </a:p>
          <a:p>
            <a:pPr marL="285750" lvl="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Talk to your team about your ideas for the innovation project.	</a:t>
            </a:r>
          </a:p>
          <a:p>
            <a:pPr marL="285750" lvl="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Arial" panose="020B0604020202020204" pitchFamily="34" charset="0"/>
              </a:rPr>
              <a:t>Discuss the reflection questions and record your progress.</a:t>
            </a:r>
            <a:r>
              <a:rPr lang="en-US" sz="2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algn="l" rtl="0" fontAlgn="base">
              <a:buNone/>
            </a:pPr>
            <a:endParaRPr lang="en-US" sz="2800" b="1" i="0" u="none" strike="noStrike" dirty="0">
              <a:solidFill>
                <a:srgbClr val="000000"/>
              </a:solidFill>
              <a:effectLst/>
              <a:latin typeface="Calibri" panose="020F0502020204030204" pitchFamily="34" charset="0"/>
            </a:endParaRPr>
          </a:p>
          <a:p>
            <a:pPr algn="l" rtl="0" fontAlgn="base">
              <a:buNone/>
            </a:pPr>
            <a:r>
              <a:rPr lang="en-US" sz="2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Session Tips</a:t>
            </a:r>
            <a:r>
              <a:rPr lang="en-US" sz="2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Teams will explore the six  </a:t>
            </a:r>
            <a:r>
              <a:rPr lang="en-US" sz="1800" b="0" i="1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FIRST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Core Values throughout their season.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tutorial activities in the SPIKE™ app are optional but recommended if your team  has minimal coding and  building experience.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After a program is downloaded on to the controller, it cannot be transferred back to be opened and edited.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Have the team practice their  new skills by trying to drive the robot to a model and then returning to home.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team should reference  the innovation project page  and begin identifying problems.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The team will need to decide on their problem statement by Session 3.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F77161C-69CF-2B4D-CA56-1EC578FADE4C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7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1738032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984FB-F5A2-7B77-FDD5-764C597B05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A8A2B1C-6D8B-6BF0-2203-981C190B025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5A724B-318B-503C-3F6C-382CA5E5A8C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12700">
              <a:lnSpc>
                <a:spcPct val="100000"/>
              </a:lnSpc>
              <a:spcBef>
                <a:spcPts val="360"/>
              </a:spcBef>
            </a:pPr>
            <a:r>
              <a:rPr lang="en-US" sz="1200" b="1" dirty="0">
                <a:latin typeface="Arial"/>
                <a:cs typeface="Arial"/>
              </a:rPr>
              <a:t>Session Tips:</a:t>
            </a:r>
            <a:br>
              <a:rPr lang="en-US" sz="1200" dirty="0">
                <a:latin typeface="Arial"/>
                <a:cs typeface="Arial"/>
              </a:rPr>
            </a:br>
            <a:r>
              <a:rPr lang="en-US" sz="1200" dirty="0">
                <a:latin typeface="Arial"/>
                <a:cs typeface="Arial"/>
              </a:rPr>
              <a:t>The team should reference the innovation project page and begin identifying problems. The team will need to have their problem statement finalized by Session 3. 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C300FCF-2DB8-A20B-87F2-85EFBD0AE9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8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2041738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518847-407D-7CB5-B4B2-09116F1C554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5A42B29-4235-CD0C-E6EC-3DC6816B0DB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613AEBA-7F7D-1720-0938-FD856D841B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 rtl="0" fontAlgn="base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Share</a:t>
            </a:r>
            <a:r>
              <a:rPr lang="en-US" sz="18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 </a:t>
            </a:r>
            <a:r>
              <a:rPr lang="en-US" sz="1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Discuss the reflection questions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Get together at the mat. Share the robot skills you learned in this session. 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Clean up your space.</a:t>
            </a:r>
            <a:endParaRPr lang="en-US" sz="1200" b="0" i="0" dirty="0">
              <a:solidFill>
                <a:srgbClr val="444444"/>
              </a:solidFill>
              <a:effectLst/>
              <a:latin typeface="Arial" panose="020B0604020202020204" pitchFamily="34" charset="0"/>
            </a:endParaRPr>
          </a:p>
          <a:p>
            <a:pPr algn="l" rtl="0" fontAlgn="base">
              <a:buNone/>
            </a:pPr>
            <a:r>
              <a:rPr lang="en-US" sz="1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algn="l" rtl="0" fontAlgn="base">
              <a:buNone/>
            </a:pPr>
            <a:r>
              <a:rPr lang="en-US" sz="1800" b="1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Session Tips</a:t>
            </a:r>
            <a:r>
              <a:rPr lang="en-US" sz="1800" b="0" i="0" dirty="0">
                <a:solidFill>
                  <a:srgbClr val="444444"/>
                </a:solidFill>
                <a:effectLst/>
                <a:latin typeface="Calibri" panose="020F0502020204030204" pitchFamily="34" charset="0"/>
              </a:rPr>
              <a:t>​</a:t>
            </a:r>
          </a:p>
          <a:p>
            <a:pPr marL="285750" indent="-285750" algn="l" rtl="0" fontAlgn="base">
              <a:buFont typeface="Arial" panose="020B0604020202020204" pitchFamily="34" charset="0"/>
              <a:buChar char="•"/>
            </a:pPr>
            <a:r>
              <a:rPr lang="en-US" sz="1200" b="0" i="0" u="none" strike="noStrike" dirty="0">
                <a:solidFill>
                  <a:srgbClr val="000000"/>
                </a:solidFill>
                <a:effectLst/>
                <a:latin typeface="Calibri" panose="020F0502020204030204" pitchFamily="34" charset="0"/>
              </a:rPr>
              <a:t>Have the team practice their new skills by trying to drive the robot to a model and return to home..</a:t>
            </a:r>
            <a:endParaRPr lang="en-US" sz="1200" dirty="0">
              <a:latin typeface="Arial"/>
              <a:cs typeface="Arial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6AB238-2D3A-EFDF-6429-7B6EBF08057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47B8CF6-C2C2-924C-96EF-0C0C9E05FEB2}" type="slidenum">
              <a:rPr lang="en-US" smtClean="0"/>
              <a:t>9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431514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AB9991-E4AF-6078-0DC6-FF59A013AF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4327EBD-082C-91A7-82C5-657E74806B0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3F03831C-0D4E-96FB-F378-AC328F19600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>
              <a:cs typeface="Calibri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73E8D4B-9796-01CF-B93A-20E3E4971D3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47B8CF6-C2C2-924C-96EF-0C0C9E05FEB2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57226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emf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5.gi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3318758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25">
            <a:extLst>
              <a:ext uri="{FF2B5EF4-FFF2-40B4-BE49-F238E27FC236}">
                <a16:creationId xmlns:a16="http://schemas.microsoft.com/office/drawing/2014/main" id="{2C506078-981B-C36E-38B0-C317795DF093}"/>
              </a:ext>
            </a:extLst>
          </p:cNvPr>
          <p:cNvSpPr/>
          <p:nvPr userDrawn="1"/>
        </p:nvSpPr>
        <p:spPr>
          <a:xfrm>
            <a:off x="7196152" y="0"/>
            <a:ext cx="4995848" cy="6858000"/>
          </a:xfrm>
          <a:custGeom>
            <a:avLst/>
            <a:gdLst>
              <a:gd name="connsiteX0" fmla="*/ 810930 w 4995848"/>
              <a:gd name="connsiteY0" fmla="*/ 0 h 6857999"/>
              <a:gd name="connsiteX1" fmla="*/ 4995848 w 4995848"/>
              <a:gd name="connsiteY1" fmla="*/ 0 h 6857999"/>
              <a:gd name="connsiteX2" fmla="*/ 4995848 w 4995848"/>
              <a:gd name="connsiteY2" fmla="*/ 6857999 h 6857999"/>
              <a:gd name="connsiteX3" fmla="*/ 810929 w 4995848"/>
              <a:gd name="connsiteY3" fmla="*/ 6857999 h 6857999"/>
              <a:gd name="connsiteX4" fmla="*/ 772675 w 4995848"/>
              <a:gd name="connsiteY4" fmla="*/ 6790558 h 6857999"/>
              <a:gd name="connsiteX5" fmla="*/ 0 w 4995848"/>
              <a:gd name="connsiteY5" fmla="*/ 3429001 h 6857999"/>
              <a:gd name="connsiteX6" fmla="*/ 772675 w 4995848"/>
              <a:gd name="connsiteY6" fmla="*/ 674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5848" h="6857999">
                <a:moveTo>
                  <a:pt x="810930" y="0"/>
                </a:moveTo>
                <a:lnTo>
                  <a:pt x="4995848" y="0"/>
                </a:lnTo>
                <a:lnTo>
                  <a:pt x="4995848" y="6857999"/>
                </a:lnTo>
                <a:lnTo>
                  <a:pt x="810929" y="6857999"/>
                </a:lnTo>
                <a:lnTo>
                  <a:pt x="772675" y="6790558"/>
                </a:lnTo>
                <a:cubicBezTo>
                  <a:pt x="292599" y="5902709"/>
                  <a:pt x="0" y="4723291"/>
                  <a:pt x="0" y="3429001"/>
                </a:cubicBezTo>
                <a:cubicBezTo>
                  <a:pt x="0" y="2134711"/>
                  <a:pt x="292599" y="955293"/>
                  <a:pt x="772675" y="67445"/>
                </a:cubicBezTo>
                <a:close/>
              </a:path>
            </a:pathLst>
          </a:custGeom>
          <a:solidFill>
            <a:srgbClr val="662F9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>
              <a:defRPr/>
            </a:pPr>
            <a:endParaRPr lang="en-US">
              <a:solidFill>
                <a:prstClr val="white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sp>
        <p:nvSpPr>
          <p:cNvPr id="5" name="Title 3">
            <a:extLst>
              <a:ext uri="{FF2B5EF4-FFF2-40B4-BE49-F238E27FC236}">
                <a16:creationId xmlns:a16="http://schemas.microsoft.com/office/drawing/2014/main" id="{A14C34C0-36C1-4003-CA22-34D82D57ECBE}"/>
              </a:ext>
            </a:extLst>
          </p:cNvPr>
          <p:cNvSpPr txBox="1">
            <a:spLocks/>
          </p:cNvSpPr>
          <p:nvPr userDrawn="1"/>
        </p:nvSpPr>
        <p:spPr>
          <a:xfrm>
            <a:off x="326169" y="341369"/>
            <a:ext cx="4509782" cy="5918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endParaRPr lang="en-US" sz="3200" spc="250" dirty="0">
              <a:solidFill>
                <a:srgbClr val="662F9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B192D80-8E73-084A-8CE9-E8CB454098BF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26169" y="5770277"/>
            <a:ext cx="1474423" cy="822486"/>
          </a:xfrm>
          <a:prstGeom prst="rect">
            <a:avLst/>
          </a:prstGeom>
        </p:spPr>
      </p:pic>
      <p:pic>
        <p:nvPicPr>
          <p:cNvPr id="7" name="Picture 6" descr="A box of lego building blocks&#10;&#10;Description automatically generated">
            <a:extLst>
              <a:ext uri="{FF2B5EF4-FFF2-40B4-BE49-F238E27FC236}">
                <a16:creationId xmlns:a16="http://schemas.microsoft.com/office/drawing/2014/main" id="{CDEFAC4C-5DB8-8F79-F101-06BD0AC764B9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524000" y="5273536"/>
            <a:ext cx="4148152" cy="1319227"/>
          </a:xfrm>
          <a:ln w="57150">
            <a:solidFill>
              <a:srgbClr val="FF0000"/>
            </a:solidFill>
          </a:ln>
        </p:spPr>
      </p:pic>
    </p:spTree>
    <p:extLst>
      <p:ext uri="{BB962C8B-B14F-4D97-AF65-F5344CB8AC3E}">
        <p14:creationId xmlns:p14="http://schemas.microsoft.com/office/powerpoint/2010/main" val="12914144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14C34C0-36C1-4003-CA22-34D82D57ECBE}"/>
              </a:ext>
            </a:extLst>
          </p:cNvPr>
          <p:cNvSpPr txBox="1">
            <a:spLocks/>
          </p:cNvSpPr>
          <p:nvPr userDrawn="1"/>
        </p:nvSpPr>
        <p:spPr>
          <a:xfrm>
            <a:off x="326169" y="341369"/>
            <a:ext cx="4509782" cy="5918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endParaRPr lang="en-US" sz="3200" spc="250" dirty="0">
              <a:solidFill>
                <a:srgbClr val="662F9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7" name="Picture 6" descr="A box of lego building blocks&#10;&#10;Description automatically generated">
            <a:extLst>
              <a:ext uri="{FF2B5EF4-FFF2-40B4-BE49-F238E27FC236}">
                <a16:creationId xmlns:a16="http://schemas.microsoft.com/office/drawing/2014/main" id="{CDEFAC4C-5DB8-8F79-F101-06BD0AC76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00" y="5273536"/>
            <a:ext cx="4148152" cy="1319227"/>
          </a:xfrm>
          <a:ln w="57150">
            <a:solidFill>
              <a:srgbClr val="FF0000"/>
            </a:solidFill>
          </a:ln>
        </p:spPr>
      </p:pic>
      <p:sp>
        <p:nvSpPr>
          <p:cNvPr id="2" name="Freeform 25">
            <a:extLst>
              <a:ext uri="{FF2B5EF4-FFF2-40B4-BE49-F238E27FC236}">
                <a16:creationId xmlns:a16="http://schemas.microsoft.com/office/drawing/2014/main" id="{6C4CB6AA-61AA-29B9-80C3-A087545006DD}"/>
              </a:ext>
            </a:extLst>
          </p:cNvPr>
          <p:cNvSpPr/>
          <p:nvPr userDrawn="1"/>
        </p:nvSpPr>
        <p:spPr>
          <a:xfrm>
            <a:off x="7196152" y="0"/>
            <a:ext cx="4995848" cy="6858000"/>
          </a:xfrm>
          <a:custGeom>
            <a:avLst/>
            <a:gdLst>
              <a:gd name="connsiteX0" fmla="*/ 810930 w 4995848"/>
              <a:gd name="connsiteY0" fmla="*/ 0 h 6857999"/>
              <a:gd name="connsiteX1" fmla="*/ 4995848 w 4995848"/>
              <a:gd name="connsiteY1" fmla="*/ 0 h 6857999"/>
              <a:gd name="connsiteX2" fmla="*/ 4995848 w 4995848"/>
              <a:gd name="connsiteY2" fmla="*/ 6857999 h 6857999"/>
              <a:gd name="connsiteX3" fmla="*/ 810929 w 4995848"/>
              <a:gd name="connsiteY3" fmla="*/ 6857999 h 6857999"/>
              <a:gd name="connsiteX4" fmla="*/ 772675 w 4995848"/>
              <a:gd name="connsiteY4" fmla="*/ 6790558 h 6857999"/>
              <a:gd name="connsiteX5" fmla="*/ 0 w 4995848"/>
              <a:gd name="connsiteY5" fmla="*/ 3429001 h 6857999"/>
              <a:gd name="connsiteX6" fmla="*/ 772675 w 4995848"/>
              <a:gd name="connsiteY6" fmla="*/ 674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5848" h="6857999">
                <a:moveTo>
                  <a:pt x="810930" y="0"/>
                </a:moveTo>
                <a:lnTo>
                  <a:pt x="4995848" y="0"/>
                </a:lnTo>
                <a:lnTo>
                  <a:pt x="4995848" y="6857999"/>
                </a:lnTo>
                <a:lnTo>
                  <a:pt x="810929" y="6857999"/>
                </a:lnTo>
                <a:lnTo>
                  <a:pt x="772675" y="6790558"/>
                </a:lnTo>
                <a:cubicBezTo>
                  <a:pt x="292599" y="5902709"/>
                  <a:pt x="0" y="4723291"/>
                  <a:pt x="0" y="3429001"/>
                </a:cubicBezTo>
                <a:cubicBezTo>
                  <a:pt x="0" y="2134711"/>
                  <a:pt x="292599" y="955293"/>
                  <a:pt x="772675" y="67445"/>
                </a:cubicBezTo>
                <a:close/>
              </a:path>
            </a:pathLst>
          </a:custGeom>
          <a:solidFill>
            <a:srgbClr val="00A65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 descr="Logo&#10;&#10;Description automatically generated">
            <a:extLst>
              <a:ext uri="{FF2B5EF4-FFF2-40B4-BE49-F238E27FC236}">
                <a16:creationId xmlns:a16="http://schemas.microsoft.com/office/drawing/2014/main" id="{0EE1B310-7B31-E616-63F3-279475E7DC49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12412" y="5625594"/>
            <a:ext cx="1708714" cy="10831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43669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3">
            <a:extLst>
              <a:ext uri="{FF2B5EF4-FFF2-40B4-BE49-F238E27FC236}">
                <a16:creationId xmlns:a16="http://schemas.microsoft.com/office/drawing/2014/main" id="{A14C34C0-36C1-4003-CA22-34D82D57ECBE}"/>
              </a:ext>
            </a:extLst>
          </p:cNvPr>
          <p:cNvSpPr txBox="1">
            <a:spLocks/>
          </p:cNvSpPr>
          <p:nvPr userDrawn="1"/>
        </p:nvSpPr>
        <p:spPr>
          <a:xfrm>
            <a:off x="326169" y="341369"/>
            <a:ext cx="4509782" cy="591885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lnSpc>
                <a:spcPct val="100000"/>
              </a:lnSpc>
              <a:defRPr/>
            </a:pPr>
            <a:endParaRPr lang="en-US" sz="3200" spc="250" dirty="0">
              <a:solidFill>
                <a:srgbClr val="662F90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7" name="Picture 6" descr="A box of lego building blocks&#10;&#10;Description automatically generated">
            <a:extLst>
              <a:ext uri="{FF2B5EF4-FFF2-40B4-BE49-F238E27FC236}">
                <a16:creationId xmlns:a16="http://schemas.microsoft.com/office/drawing/2014/main" id="{CDEFAC4C-5DB8-8F79-F101-06BD0AC764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524000" y="5273536"/>
            <a:ext cx="4148152" cy="1319227"/>
          </a:xfrm>
          <a:ln w="57150">
            <a:solidFill>
              <a:srgbClr val="FF0000"/>
            </a:solidFill>
          </a:ln>
        </p:spPr>
      </p:pic>
      <p:sp>
        <p:nvSpPr>
          <p:cNvPr id="2" name="Freeform 25">
            <a:extLst>
              <a:ext uri="{FF2B5EF4-FFF2-40B4-BE49-F238E27FC236}">
                <a16:creationId xmlns:a16="http://schemas.microsoft.com/office/drawing/2014/main" id="{BC9E9A16-2F1B-8AA1-720D-1F1AE67CC99A}"/>
              </a:ext>
            </a:extLst>
          </p:cNvPr>
          <p:cNvSpPr/>
          <p:nvPr userDrawn="1"/>
        </p:nvSpPr>
        <p:spPr>
          <a:xfrm>
            <a:off x="7196152" y="0"/>
            <a:ext cx="4995848" cy="6858000"/>
          </a:xfrm>
          <a:custGeom>
            <a:avLst/>
            <a:gdLst>
              <a:gd name="connsiteX0" fmla="*/ 810930 w 4995848"/>
              <a:gd name="connsiteY0" fmla="*/ 0 h 6857999"/>
              <a:gd name="connsiteX1" fmla="*/ 4995848 w 4995848"/>
              <a:gd name="connsiteY1" fmla="*/ 0 h 6857999"/>
              <a:gd name="connsiteX2" fmla="*/ 4995848 w 4995848"/>
              <a:gd name="connsiteY2" fmla="*/ 6857999 h 6857999"/>
              <a:gd name="connsiteX3" fmla="*/ 810929 w 4995848"/>
              <a:gd name="connsiteY3" fmla="*/ 6857999 h 6857999"/>
              <a:gd name="connsiteX4" fmla="*/ 772675 w 4995848"/>
              <a:gd name="connsiteY4" fmla="*/ 6790558 h 6857999"/>
              <a:gd name="connsiteX5" fmla="*/ 0 w 4995848"/>
              <a:gd name="connsiteY5" fmla="*/ 3429001 h 6857999"/>
              <a:gd name="connsiteX6" fmla="*/ 772675 w 4995848"/>
              <a:gd name="connsiteY6" fmla="*/ 67445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995848" h="6857999">
                <a:moveTo>
                  <a:pt x="810930" y="0"/>
                </a:moveTo>
                <a:lnTo>
                  <a:pt x="4995848" y="0"/>
                </a:lnTo>
                <a:lnTo>
                  <a:pt x="4995848" y="6857999"/>
                </a:lnTo>
                <a:lnTo>
                  <a:pt x="810929" y="6857999"/>
                </a:lnTo>
                <a:lnTo>
                  <a:pt x="772675" y="6790558"/>
                </a:lnTo>
                <a:cubicBezTo>
                  <a:pt x="292599" y="5902709"/>
                  <a:pt x="0" y="4723291"/>
                  <a:pt x="0" y="3429001"/>
                </a:cubicBezTo>
                <a:cubicBezTo>
                  <a:pt x="0" y="2134711"/>
                  <a:pt x="292599" y="955293"/>
                  <a:pt x="772675" y="67445"/>
                </a:cubicBezTo>
                <a:close/>
              </a:path>
            </a:pathLst>
          </a:custGeom>
          <a:solidFill>
            <a:srgbClr val="EC2027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EF3794-6BA9-344C-32D2-2BF2148C5394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15665" y="5751186"/>
            <a:ext cx="1492587" cy="82798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840977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FLL Discover Content" preserve="1" userDrawn="1">
  <p:cSld name="1_FLL Discover Content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4">
            <a:extLst>
              <a:ext uri="{FF2B5EF4-FFF2-40B4-BE49-F238E27FC236}">
                <a16:creationId xmlns:a16="http://schemas.microsoft.com/office/drawing/2014/main" id="{5B82D9DE-2740-819F-E76F-17D113E912E9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6186951-BF0C-7FE7-7CFE-A6922674541E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28E0C31D-043F-BD44-E0C7-B147B2880753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" name="Picture 4">
            <a:extLst>
              <a:ext uri="{FF2B5EF4-FFF2-40B4-BE49-F238E27FC236}">
                <a16:creationId xmlns:a16="http://schemas.microsoft.com/office/drawing/2014/main" id="{67BDD4FC-A7F2-3ADA-2243-317C2BCCD44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8962922"/>
      </p:ext>
    </p:extLst>
  </p:cSld>
  <p:clrMapOvr>
    <a:masterClrMapping/>
  </p:clrMapOvr>
  <p:extLst>
    <p:ext uri="{DCECCB84-F9BA-43D5-87BE-67443E8EF086}">
      <p15:sldGuideLst xmlns:p15="http://schemas.microsoft.com/office/powerpoint/2012/main"/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FLL Explor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73677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3B9C91-E27F-6892-CF2C-E06D5C6DD6A5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0F0D5C6-1A6B-D88C-2240-D1942CBEFF0E}"/>
              </a:ext>
            </a:extLst>
          </p:cNvPr>
          <p:cNvSpPr txBox="1">
            <a:spLocks/>
          </p:cNvSpPr>
          <p:nvPr userDrawn="1"/>
        </p:nvSpPr>
        <p:spPr>
          <a:xfrm>
            <a:off x="6161103" y="836296"/>
            <a:ext cx="6030896" cy="5374004"/>
          </a:xfrm>
          <a:prstGeom prst="rect">
            <a:avLst/>
          </a:prstGeom>
          <a:solidFill>
            <a:srgbClr val="000000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l" defTabSz="228600" rtl="0" eaLnBrk="1" fontAlgn="t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None/>
              <a:tabLst/>
              <a:defRPr lang="en-US"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0E8BA14-3921-E67F-FD9B-87E078048C4F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6EFF45A-2CE0-46C0-2B3F-5FE8DFD54D25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66ECE8-62EF-07E6-0913-65986ACA4178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9EDFD51-4486-83D3-DA83-28BCE402F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658F847E-9AAB-ECE2-80B7-E876D733884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" r="14"/>
          <a:stretch/>
        </p:blipFill>
        <p:spPr>
          <a:xfrm>
            <a:off x="8946672" y="25403"/>
            <a:ext cx="3159372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6353577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2FEF7DE-529B-E888-9159-23BD825A63B4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128EE99A-C270-699C-33D1-09B4BAC8BFDD}"/>
              </a:ext>
            </a:extLst>
          </p:cNvPr>
          <p:cNvSpPr txBox="1">
            <a:spLocks/>
          </p:cNvSpPr>
          <p:nvPr userDrawn="1"/>
        </p:nvSpPr>
        <p:spPr>
          <a:xfrm>
            <a:off x="457200" y="274320"/>
            <a:ext cx="8489472" cy="5619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</a:rPr>
              <a:t>Click to edit Master title style</a:t>
            </a: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EDACD85-C922-31E0-9F28-CE25A66FC871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0C72308-8A44-0676-2954-0B4375E58CE4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9A0B43-B2EF-C195-CDD9-6A77A721FBF3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B5672F8-B1C4-94C7-AB1E-F048911B22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029FCB25-5EF0-0C40-9C84-0963F39E96E1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" r="14"/>
          <a:stretch/>
        </p:blipFill>
        <p:spPr>
          <a:xfrm>
            <a:off x="8946672" y="25403"/>
            <a:ext cx="3159372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5587785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FLL Disc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E4FE93-3824-C353-75D1-BE8A51D141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3AFC37-A9B5-ADF5-113A-558E73C40A11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D182642-0552-63C3-D341-FFA74C7F96E7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22" name="Title 1">
            <a:extLst>
              <a:ext uri="{FF2B5EF4-FFF2-40B4-BE49-F238E27FC236}">
                <a16:creationId xmlns:a16="http://schemas.microsoft.com/office/drawing/2014/main" id="{0B150B34-2FE2-079B-E924-A224CAA99CCA}"/>
              </a:ext>
            </a:extLst>
          </p:cNvPr>
          <p:cNvSpPr txBox="1">
            <a:spLocks/>
          </p:cNvSpPr>
          <p:nvPr userDrawn="1"/>
        </p:nvSpPr>
        <p:spPr>
          <a:xfrm>
            <a:off x="457200" y="274320"/>
            <a:ext cx="8489472" cy="561976"/>
          </a:xfrm>
          <a:prstGeom prst="rect">
            <a:avLst/>
          </a:prstGeom>
        </p:spPr>
        <p:txBody>
          <a:bodyPr vert="horz" lIns="0" tIns="0" rIns="0" bIns="0" rtlCol="0" anchor="t" anchorCtr="0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3" name="Content Placeholder 2">
            <a:extLst>
              <a:ext uri="{FF2B5EF4-FFF2-40B4-BE49-F238E27FC236}">
                <a16:creationId xmlns:a16="http://schemas.microsoft.com/office/drawing/2014/main" id="{6441A197-04F8-C22E-F70F-45B723643857}"/>
              </a:ext>
            </a:extLst>
          </p:cNvPr>
          <p:cNvSpPr txBox="1">
            <a:spLocks/>
          </p:cNvSpPr>
          <p:nvPr userDrawn="1"/>
        </p:nvSpPr>
        <p:spPr>
          <a:xfrm>
            <a:off x="457200" y="1097280"/>
            <a:ext cx="11213432" cy="500379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>
            <a:lvl1pPr marL="0" indent="0" algn="l" defTabSz="914400" rtl="0" eaLnBrk="1" latinLnBrk="0" hangingPunct="1">
              <a:lnSpc>
                <a:spcPct val="95000"/>
              </a:lnSpc>
              <a:spcBef>
                <a:spcPts val="1000"/>
              </a:spcBef>
              <a:buFont typeface="Arial" panose="020B0604020202020204" pitchFamily="34" charset="0"/>
              <a:buNone/>
              <a:defRPr lang="en-US" sz="1600" b="0" i="0" kern="1200" dirty="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0" indent="0" algn="l" defTabSz="228600" rtl="0" eaLnBrk="1" fontAlgn="t" latinLnBrk="0" hangingPunct="1">
              <a:lnSpc>
                <a:spcPct val="100000"/>
              </a:lnSpc>
              <a:spcBef>
                <a:spcPts val="1200"/>
              </a:spcBef>
              <a:buFont typeface="Arial" panose="020B0604020202020204" pitchFamily="34" charset="0"/>
              <a:buNone/>
              <a:defRPr lang="en-US" sz="1800" b="1" i="0" kern="1200">
                <a:solidFill>
                  <a:schemeClr val="accent6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171450" indent="-161925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–"/>
              <a:tabLst/>
              <a:defRPr lang="en-US" sz="16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342900" indent="-17145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Char char="–"/>
              <a:tabLst/>
              <a:defRPr sz="14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4pPr>
            <a:lvl5pPr marL="9525" indent="0" algn="l" defTabSz="914400" rtl="0" eaLnBrk="1" latinLnBrk="0" hangingPunct="1">
              <a:lnSpc>
                <a:spcPct val="90000"/>
              </a:lnSpc>
              <a:spcBef>
                <a:spcPts val="1800"/>
              </a:spcBef>
              <a:spcAft>
                <a:spcPts val="1800"/>
              </a:spcAft>
              <a:buFont typeface="Arial" panose="020B0604020202020204" pitchFamily="34" charset="0"/>
              <a:buNone/>
              <a:tabLst/>
              <a:defRPr sz="1800" b="0" i="0" kern="1200">
                <a:solidFill>
                  <a:schemeClr val="tx2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95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7030A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1B329C19-C97C-455C-B7CC-0072A7B9464C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D9793F3E-0787-DF82-755E-13D498371AB6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FB7ED85-0F56-7A1C-70B5-E63A2354EF5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4" r="14"/>
          <a:stretch/>
        </p:blipFill>
        <p:spPr>
          <a:xfrm>
            <a:off x="8946672" y="25403"/>
            <a:ext cx="3159372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5452046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3B9C91-E27F-6892-CF2C-E06D5C6DD6A5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0F0D5C6-1A6B-D88C-2240-D1942CBEFF0E}"/>
              </a:ext>
            </a:extLst>
          </p:cNvPr>
          <p:cNvSpPr txBox="1">
            <a:spLocks/>
          </p:cNvSpPr>
          <p:nvPr userDrawn="1"/>
        </p:nvSpPr>
        <p:spPr>
          <a:xfrm>
            <a:off x="6161103" y="836296"/>
            <a:ext cx="6030896" cy="5374004"/>
          </a:xfrm>
          <a:prstGeom prst="rect">
            <a:avLst/>
          </a:prstGeom>
          <a:solidFill>
            <a:srgbClr val="000000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l" defTabSz="228600" rtl="0" eaLnBrk="1" fontAlgn="t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None/>
              <a:tabLst/>
              <a:defRPr lang="en-US"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0E8BA14-3921-E67F-FD9B-87E078048C4F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6EFF45A-2CE0-46C0-2B3F-5FE8DFD54D25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66ECE8-62EF-07E6-0913-65986ACA4178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9EDFD51-4486-83D3-DA83-28BCE402F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11E8F024-C2DA-BFBD-1BC0-3D7EAB54111F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" r="15"/>
          <a:stretch/>
        </p:blipFill>
        <p:spPr>
          <a:xfrm>
            <a:off x="9130868" y="48577"/>
            <a:ext cx="2975166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903615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FLL Disc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F8E4FE93-3824-C353-75D1-BE8A51D1414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893AFC37-A9B5-ADF5-113A-558E73C40A11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DD182642-0552-63C3-D341-FFA74C7F96E7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24" name="Footer Placeholder 4">
            <a:extLst>
              <a:ext uri="{FF2B5EF4-FFF2-40B4-BE49-F238E27FC236}">
                <a16:creationId xmlns:a16="http://schemas.microsoft.com/office/drawing/2014/main" id="{1B329C19-C97C-455C-B7CC-0072A7B9464C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5" name="Slide Number Placeholder 5">
            <a:extLst>
              <a:ext uri="{FF2B5EF4-FFF2-40B4-BE49-F238E27FC236}">
                <a16:creationId xmlns:a16="http://schemas.microsoft.com/office/drawing/2014/main" id="{D9793F3E-0787-DF82-755E-13D498371AB6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79E96B0-3893-C4D5-2623-BFB426E9232B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5" r="15"/>
          <a:stretch/>
        </p:blipFill>
        <p:spPr>
          <a:xfrm>
            <a:off x="9130868" y="48577"/>
            <a:ext cx="2975166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3743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76">
          <p15:clr>
            <a:srgbClr val="FBAE40"/>
          </p15:clr>
        </p15:guide>
        <p15:guide id="2" pos="7520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B73B9C91-E27F-6892-CF2C-E06D5C6DD6A5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8" name="Picture Placeholder 2">
            <a:extLst>
              <a:ext uri="{FF2B5EF4-FFF2-40B4-BE49-F238E27FC236}">
                <a16:creationId xmlns:a16="http://schemas.microsoft.com/office/drawing/2014/main" id="{A0F0D5C6-1A6B-D88C-2240-D1942CBEFF0E}"/>
              </a:ext>
            </a:extLst>
          </p:cNvPr>
          <p:cNvSpPr txBox="1">
            <a:spLocks/>
          </p:cNvSpPr>
          <p:nvPr userDrawn="1"/>
        </p:nvSpPr>
        <p:spPr>
          <a:xfrm>
            <a:off x="6161103" y="836296"/>
            <a:ext cx="6030896" cy="5374004"/>
          </a:xfrm>
          <a:prstGeom prst="rect">
            <a:avLst/>
          </a:prstGeom>
          <a:solidFill>
            <a:srgbClr val="000000"/>
          </a:solidFill>
        </p:spPr>
        <p:txBody>
          <a:bodyPr vert="horz" lIns="0" tIns="0" rIns="0" bIns="0" rtlCol="0" anchor="ctr" anchorCtr="0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1800" b="0" i="0" kern="120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1pPr>
            <a:lvl2pPr marL="457200" indent="0" algn="l" defTabSz="228600" rtl="0" eaLnBrk="1" fontAlgn="t" latinLnBrk="0" hangingPunct="1">
              <a:lnSpc>
                <a:spcPct val="100000"/>
              </a:lnSpc>
              <a:spcBef>
                <a:spcPts val="600"/>
              </a:spcBef>
              <a:buFont typeface="Arial" panose="020B0604020202020204" pitchFamily="34" charset="0"/>
              <a:buNone/>
              <a:defRPr lang="en-US" sz="28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2pPr>
            <a:lvl3pPr marL="914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System Font Regular"/>
              <a:buNone/>
              <a:tabLst/>
              <a:defRPr lang="en-US" sz="2400" b="0" i="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defRPr>
            </a:lvl3pPr>
            <a:lvl4pPr marL="1371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4pPr>
            <a:lvl5pPr marL="18288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b="0" i="0" kern="1200">
                <a:solidFill>
                  <a:schemeClr val="bg2">
                    <a:lumMod val="25000"/>
                  </a:schemeClr>
                </a:solidFill>
                <a:latin typeface="Roboto" panose="02000000000000000000" pitchFamily="2" charset="0"/>
                <a:ea typeface="Roboto" panose="02000000000000000000" pitchFamily="2" charset="0"/>
                <a:cs typeface="Arial" panose="020B0604020202020204" pitchFamily="34" charset="0"/>
              </a:defRPr>
            </a:lvl5pPr>
            <a:lvl6pPr marL="22860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</a:endParaRPr>
          </a:p>
        </p:txBody>
      </p:sp>
      <p:sp>
        <p:nvSpPr>
          <p:cNvPr id="19" name="Footer Placeholder 4">
            <a:extLst>
              <a:ext uri="{FF2B5EF4-FFF2-40B4-BE49-F238E27FC236}">
                <a16:creationId xmlns:a16="http://schemas.microsoft.com/office/drawing/2014/main" id="{70E8BA14-3921-E67F-FD9B-87E078048C4F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20" name="Slide Number Placeholder 5">
            <a:extLst>
              <a:ext uri="{FF2B5EF4-FFF2-40B4-BE49-F238E27FC236}">
                <a16:creationId xmlns:a16="http://schemas.microsoft.com/office/drawing/2014/main" id="{C6EFF45A-2CE0-46C0-2B3F-5FE8DFD54D25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4F66ECE8-62EF-07E6-0913-65986ACA4178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99EDFD51-4486-83D3-DA83-28BCE402F93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0D24E64F-860F-4C17-6103-E355070951B0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" r="19"/>
          <a:stretch/>
        </p:blipFill>
        <p:spPr>
          <a:xfrm>
            <a:off x="8833525" y="48577"/>
            <a:ext cx="3272151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56243415"/>
      </p:ext>
    </p:extLst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A2FEF7DE-529B-E888-9159-23BD825A63B4}"/>
              </a:ext>
            </a:extLst>
          </p:cNvPr>
          <p:cNvSpPr/>
          <p:nvPr userDrawn="1"/>
        </p:nvSpPr>
        <p:spPr>
          <a:xfrm>
            <a:off x="0" y="0"/>
            <a:ext cx="12192000" cy="828675"/>
          </a:xfrm>
          <a:prstGeom prst="rect">
            <a:avLst/>
          </a:prstGeom>
          <a:gradFill>
            <a:gsLst>
              <a:gs pos="0">
                <a:srgbClr val="FFFFFF"/>
              </a:gs>
              <a:gs pos="73000">
                <a:srgbClr val="FFFFFF">
                  <a:lumMod val="95000"/>
                </a:srgbClr>
              </a:gs>
              <a:gs pos="83000">
                <a:srgbClr val="FFFFFF">
                  <a:lumMod val="95000"/>
                </a:srgbClr>
              </a:gs>
              <a:gs pos="100000">
                <a:srgbClr val="FFFFFF">
                  <a:lumMod val="95000"/>
                </a:srgbClr>
              </a:gs>
            </a:gsLst>
            <a:lin ang="5400000" scaled="1"/>
          </a:gra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Roboto" panose="02000000000000000000" pitchFamily="2" charset="0"/>
              <a:ea typeface="+mn-ea"/>
              <a:cs typeface="+mn-cs"/>
            </a:endParaRPr>
          </a:p>
        </p:txBody>
      </p:sp>
      <p:sp>
        <p:nvSpPr>
          <p:cNvPr id="13" name="Footer Placeholder 4">
            <a:extLst>
              <a:ext uri="{FF2B5EF4-FFF2-40B4-BE49-F238E27FC236}">
                <a16:creationId xmlns:a16="http://schemas.microsoft.com/office/drawing/2014/main" id="{3EDACD85-C922-31E0-9F28-CE25A66FC871}"/>
              </a:ext>
            </a:extLst>
          </p:cNvPr>
          <p:cNvSpPr txBox="1">
            <a:spLocks/>
          </p:cNvSpPr>
          <p:nvPr userDrawn="1"/>
        </p:nvSpPr>
        <p:spPr>
          <a:xfrm>
            <a:off x="7563853" y="6356351"/>
            <a:ext cx="41148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r" defTabSz="914400" rtl="0" eaLnBrk="1" latinLnBrk="0" hangingPunct="1">
              <a:defRPr sz="1000" i="1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firstinspires.org</a:t>
            </a:r>
          </a:p>
        </p:txBody>
      </p:sp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70C72308-8A44-0676-2954-0B4375E58CE4}"/>
              </a:ext>
            </a:extLst>
          </p:cNvPr>
          <p:cNvSpPr txBox="1">
            <a:spLocks/>
          </p:cNvSpPr>
          <p:nvPr userDrawn="1"/>
        </p:nvSpPr>
        <p:spPr>
          <a:xfrm>
            <a:off x="4692316" y="6356351"/>
            <a:ext cx="2743200" cy="320348"/>
          </a:xfrm>
          <a:prstGeom prst="rect">
            <a:avLst/>
          </a:prstGeom>
        </p:spPr>
        <p:txBody>
          <a:bodyPr vert="horz" lIns="0" tIns="0" rIns="0" bIns="0" rtlCol="0" anchor="b" anchorCtr="0"/>
          <a:lstStyle>
            <a:defPPr>
              <a:defRPr lang="en-US"/>
            </a:defPPr>
            <a:lvl1pPr marL="0" algn="ctr" defTabSz="914400" rtl="0" eaLnBrk="1" latinLnBrk="0" hangingPunct="1">
              <a:defRPr sz="1000" kern="1200">
                <a:solidFill>
                  <a:schemeClr val="tx1"/>
                </a:solidFill>
                <a:latin typeface="Roboto" panose="02000000000000000000" pitchFamily="2" charset="0"/>
                <a:ea typeface="Roboto" panose="02000000000000000000" pitchFamily="2" charset="0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3E6BEBE3-5FB4-B249-8431-073478596EAE}" type="slidenum">
              <a:rPr kumimoji="0" lang="en-US" sz="1000" b="0" i="0" u="none" strike="noStrike" kern="1200" cap="none" spc="0" normalizeH="0" baseline="0" noProof="0" smtClean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+mn-cs"/>
            </a:endParaRPr>
          </a:p>
        </p:txBody>
      </p:sp>
      <p:cxnSp>
        <p:nvCxnSpPr>
          <p:cNvPr id="15" name="Straight Connector 14">
            <a:extLst>
              <a:ext uri="{FF2B5EF4-FFF2-40B4-BE49-F238E27FC236}">
                <a16:creationId xmlns:a16="http://schemas.microsoft.com/office/drawing/2014/main" id="{F09A0B43-B2EF-C195-CDD9-6A77A721FBF3}"/>
              </a:ext>
            </a:extLst>
          </p:cNvPr>
          <p:cNvCxnSpPr>
            <a:cxnSpLocks/>
          </p:cNvCxnSpPr>
          <p:nvPr userDrawn="1"/>
        </p:nvCxnSpPr>
        <p:spPr>
          <a:xfrm>
            <a:off x="0" y="6219945"/>
            <a:ext cx="12192000" cy="0"/>
          </a:xfrm>
          <a:prstGeom prst="line">
            <a:avLst/>
          </a:prstGeom>
          <a:ln w="12700">
            <a:solidFill>
              <a:schemeClr val="bg2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B5672F8-B1C4-94C7-AB1E-F048911B227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-7856" b="-7856"/>
          <a:stretch/>
        </p:blipFill>
        <p:spPr>
          <a:xfrm>
            <a:off x="457200" y="6360269"/>
            <a:ext cx="1302811" cy="393809"/>
          </a:xfrm>
          <a:prstGeom prst="rect">
            <a:avLst/>
          </a:prstGeom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2639225-EA9E-1D9D-6218-39369C41C8F6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9" r="19"/>
          <a:stretch/>
        </p:blipFill>
        <p:spPr>
          <a:xfrm>
            <a:off x="8833525" y="48577"/>
            <a:ext cx="3272151" cy="73152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8479150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DAEB161-7E7A-5042-BCF6-95F27F8C571E}" type="datetime1">
              <a:rPr lang="en-US" smtClean="0"/>
              <a:t>5/22/2026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3052E6-E16C-A04B-8192-1DB31D569F09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36710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  <p:sldLayoutId id="2147483723" r:id="rId10"/>
    <p:sldLayoutId id="2147483724" r:id="rId11"/>
    <p:sldLayoutId id="2147483725" r:id="rId12"/>
    <p:sldLayoutId id="2147483726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0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2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8.jpeg"/><Relationship Id="rId5" Type="http://schemas.openxmlformats.org/officeDocument/2006/relationships/image" Target="../media/image17.png"/><Relationship Id="rId4" Type="http://schemas.openxmlformats.org/officeDocument/2006/relationships/image" Target="../media/image16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Relationship Id="rId5" Type="http://schemas.openxmlformats.org/officeDocument/2006/relationships/image" Target="../media/image20.png"/><Relationship Id="rId4" Type="http://schemas.openxmlformats.org/officeDocument/2006/relationships/image" Target="../media/image16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1.tif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3.tiff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24.jpe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8.jpg"/><Relationship Id="rId5" Type="http://schemas.openxmlformats.org/officeDocument/2006/relationships/image" Target="../media/image27.jpg"/><Relationship Id="rId4" Type="http://schemas.openxmlformats.org/officeDocument/2006/relationships/image" Target="../media/image26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0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1FCCC-5B06-399F-A188-506908FB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3">
            <a:extLst>
              <a:ext uri="{FF2B5EF4-FFF2-40B4-BE49-F238E27FC236}">
                <a16:creationId xmlns:a16="http://schemas.microsoft.com/office/drawing/2014/main" id="{83D69124-12DE-626F-C834-1BA7D69B9408}"/>
              </a:ext>
            </a:extLst>
          </p:cNvPr>
          <p:cNvSpPr txBox="1">
            <a:spLocks/>
          </p:cNvSpPr>
          <p:nvPr/>
        </p:nvSpPr>
        <p:spPr>
          <a:xfrm>
            <a:off x="326169" y="341369"/>
            <a:ext cx="4509782" cy="1407421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>
                <a:solidFill>
                  <a:schemeClr val="bg2">
                    <a:lumMod val="25000"/>
                  </a:schemeClr>
                </a:solidFill>
                <a:latin typeface="Helvetica Neue" panose="02000503000000020004" pitchFamily="2" charset="0"/>
                <a:ea typeface="Helvetica Neue" panose="02000503000000020004" pitchFamily="2" charset="0"/>
                <a:cs typeface="Helvetica Neue" panose="02000503000000020004" pitchFamily="2" charset="0"/>
              </a:defRPr>
            </a:lvl1pPr>
          </a:lstStyle>
          <a:p>
            <a:pPr>
              <a:lnSpc>
                <a:spcPct val="100000"/>
              </a:lnSpc>
              <a:spcAft>
                <a:spcPts val="1200"/>
              </a:spcAft>
              <a:defRPr/>
            </a:pPr>
            <a:r>
              <a:rPr lang="en-US" sz="4800" spc="250" dirty="0">
                <a:solidFill>
                  <a:srgbClr val="ED1C2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SESSION 2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6750C1C8-6386-DDED-19A5-2016D654A326}"/>
              </a:ext>
            </a:extLst>
          </p:cNvPr>
          <p:cNvSpPr txBox="1">
            <a:spLocks/>
          </p:cNvSpPr>
          <p:nvPr/>
        </p:nvSpPr>
        <p:spPr>
          <a:xfrm>
            <a:off x="7841293" y="790832"/>
            <a:ext cx="4261981" cy="5561412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  <a:effectLst>
                  <a:outerShdw dist="56557" dir="8100000" algn="tr" rotWithShape="0">
                    <a:srgbClr val="482166"/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 can work with my team to build a driving base and code it to move forward, move backward, and turn.</a:t>
            </a:r>
          </a:p>
          <a:p>
            <a:r>
              <a:rPr lang="en-US" dirty="0">
                <a:solidFill>
                  <a:schemeClr val="bg1"/>
                </a:solidFill>
                <a:effectLst>
                  <a:outerShdw dist="56557" dir="8100000" algn="tr" rotWithShape="0">
                    <a:srgbClr val="482166"/>
                  </a:outerShdw>
                </a:effectLst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 can work with my team to explore and research ideas for their innovation project.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A6AAEB71-AACB-1350-FA60-DABC810222C4}"/>
              </a:ext>
            </a:extLst>
          </p:cNvPr>
          <p:cNvSpPr txBox="1">
            <a:spLocks/>
          </p:cNvSpPr>
          <p:nvPr/>
        </p:nvSpPr>
        <p:spPr>
          <a:xfrm>
            <a:off x="326169" y="2286000"/>
            <a:ext cx="6675880" cy="282321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b="0" i="0" u="none" strike="noStrike" dirty="0">
                <a:solidFill>
                  <a:srgbClr val="000000"/>
                </a:solidFill>
                <a:effectLst/>
                <a:latin typeface="Roboto" panose="02000000000000000000" pitchFamily="2" charset="0"/>
              </a:rPr>
              <a:t>Students wil</a:t>
            </a:r>
            <a:r>
              <a:rPr lang="en-US" dirty="0">
                <a:solidFill>
                  <a:srgbClr val="000000"/>
                </a:solidFill>
                <a:latin typeface="Roboto" panose="02000000000000000000" pitchFamily="2" charset="0"/>
              </a:rPr>
              <a:t>l begin to learn coding and building skills and think about how the mission models on the mat are associated with the Innovation Project.</a:t>
            </a:r>
            <a:endParaRPr lang="en-US" sz="4000" dirty="0">
              <a:highlight>
                <a:srgbClr val="FFFF0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2" name="Picture 1" descr="A black and white logo&#10;&#10;AI-generated content may be incorrect.">
            <a:extLst>
              <a:ext uri="{FF2B5EF4-FFF2-40B4-BE49-F238E27FC236}">
                <a16:creationId xmlns:a16="http://schemas.microsoft.com/office/drawing/2014/main" id="{D504BFDA-4280-95B6-A867-73C551FE321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8602170" y="5376796"/>
            <a:ext cx="3113315" cy="1234393"/>
          </a:xfrm>
          <a:prstGeom prst="rect">
            <a:avLst/>
          </a:prstGeom>
        </p:spPr>
      </p:pic>
      <p:pic>
        <p:nvPicPr>
          <p:cNvPr id="5" name="Picture 4" descr="A green and purple rectangular sign with black text&#10;&#10;AI-generated content may be incorrect.">
            <a:extLst>
              <a:ext uri="{FF2B5EF4-FFF2-40B4-BE49-F238E27FC236}">
                <a16:creationId xmlns:a16="http://schemas.microsoft.com/office/drawing/2014/main" id="{EB8A5043-DD38-79EF-5EE6-DB6EB481E73A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393942" y="4411223"/>
            <a:ext cx="2682240" cy="26822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323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3A48A-ACB6-FAEB-C04D-52066EE6F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B4C05673-DBAE-E541-D77B-91928F7A53DD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4288CD1E-0967-3FCE-BE03-FC771F60F5BF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7" name="Google Shape;250;p31">
              <a:extLst>
                <a:ext uri="{FF2B5EF4-FFF2-40B4-BE49-F238E27FC236}">
                  <a16:creationId xmlns:a16="http://schemas.microsoft.com/office/drawing/2014/main" id="{0E0600F0-826E-B1FF-5C6B-8E1D4E9E3DC0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Discussion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17977A7-90C8-1701-365B-F2C04BFB271B}"/>
              </a:ext>
            </a:extLst>
          </p:cNvPr>
          <p:cNvGrpSpPr/>
          <p:nvPr/>
        </p:nvGrpSpPr>
        <p:grpSpPr>
          <a:xfrm>
            <a:off x="612880" y="1145429"/>
            <a:ext cx="1188720" cy="1188720"/>
            <a:chOff x="612880" y="1145429"/>
            <a:chExt cx="1188720" cy="1188720"/>
          </a:xfrm>
        </p:grpSpPr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3108DD57-4390-C9C4-AE40-215A9A8AA1A2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 descr="Thought with solid fill">
              <a:extLst>
                <a:ext uri="{FF2B5EF4-FFF2-40B4-BE49-F238E27FC236}">
                  <a16:creationId xmlns:a16="http://schemas.microsoft.com/office/drawing/2014/main" id="{3C3ADF6F-BE0E-7550-0284-3E7358CED9C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75889" y="1262058"/>
              <a:ext cx="931281" cy="931281"/>
            </a:xfrm>
            <a:prstGeom prst="rect">
              <a:avLst/>
            </a:prstGeom>
          </p:spPr>
        </p:pic>
      </p:grpSp>
      <p:sp>
        <p:nvSpPr>
          <p:cNvPr id="17" name="Text Placeholder 2">
            <a:extLst>
              <a:ext uri="{FF2B5EF4-FFF2-40B4-BE49-F238E27FC236}">
                <a16:creationId xmlns:a16="http://schemas.microsoft.com/office/drawing/2014/main" id="{916640C8-5B54-B7F7-F4FA-5210212E37B3}"/>
              </a:ext>
            </a:extLst>
          </p:cNvPr>
          <p:cNvSpPr txBox="1">
            <a:spLocks/>
          </p:cNvSpPr>
          <p:nvPr/>
        </p:nvSpPr>
        <p:spPr>
          <a:xfrm>
            <a:off x="1963457" y="1393757"/>
            <a:ext cx="9582149" cy="762634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did we do last session?</a:t>
            </a:r>
          </a:p>
        </p:txBody>
      </p:sp>
      <p:pic>
        <p:nvPicPr>
          <p:cNvPr id="2" name="Picture 1" descr="Cartoon of a child and child with their hands on their face&#10;&#10;AI-generated content may be incorrect.">
            <a:extLst>
              <a:ext uri="{FF2B5EF4-FFF2-40B4-BE49-F238E27FC236}">
                <a16:creationId xmlns:a16="http://schemas.microsoft.com/office/drawing/2014/main" id="{1C9A25F5-9F18-7C63-C8D0-4A8AE653442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9366" y="2417274"/>
            <a:ext cx="4513268" cy="3803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372555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3A48A-ACB6-FAEB-C04D-52066EE6FE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TextBox 18">
            <a:extLst>
              <a:ext uri="{FF2B5EF4-FFF2-40B4-BE49-F238E27FC236}">
                <a16:creationId xmlns:a16="http://schemas.microsoft.com/office/drawing/2014/main" id="{BEAEDCCE-E731-9EB2-E242-0A319897B47A}"/>
              </a:ext>
            </a:extLst>
          </p:cNvPr>
          <p:cNvSpPr txBox="1"/>
          <p:nvPr/>
        </p:nvSpPr>
        <p:spPr>
          <a:xfrm>
            <a:off x="708762" y="2967335"/>
            <a:ext cx="44968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D1C2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Record your team goals and what you hope to learn on page 8 of your Engineering Notebook.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F347401-14E8-A9EF-D1A0-08639E776E29}"/>
              </a:ext>
            </a:extLst>
          </p:cNvPr>
          <p:cNvSpPr>
            <a:spLocks noGrp="1"/>
          </p:cNvSpPr>
          <p:nvPr>
            <p:ph type="body" sz="quarter" idx="4294967295"/>
          </p:nvPr>
        </p:nvSpPr>
        <p:spPr>
          <a:xfrm>
            <a:off x="-4145085" y="1990408"/>
            <a:ext cx="5125917" cy="2110729"/>
          </a:xfrm>
          <a:noFill/>
        </p:spPr>
        <p:txBody>
          <a:bodyPr anchor="ctr" anchorCtr="0">
            <a:noAutofit/>
          </a:bodyPr>
          <a:lstStyle/>
          <a:p>
            <a:pPr marL="0" indent="0">
              <a:buNone/>
            </a:pPr>
            <a:b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</a:br>
            <a:endParaRPr lang="en-US" sz="4800" b="1" dirty="0">
              <a:solidFill>
                <a:srgbClr val="0660AC"/>
              </a:solidFill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B4C05673-DBAE-E541-D77B-91928F7A53DD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4288CD1E-0967-3FCE-BE03-FC771F60F5BF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7" name="Google Shape;250;p31">
              <a:extLst>
                <a:ext uri="{FF2B5EF4-FFF2-40B4-BE49-F238E27FC236}">
                  <a16:creationId xmlns:a16="http://schemas.microsoft.com/office/drawing/2014/main" id="{0E0600F0-826E-B1FF-5C6B-8E1D4E9E3DC0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Introduction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5" name="Group 4">
            <a:extLst>
              <a:ext uri="{FF2B5EF4-FFF2-40B4-BE49-F238E27FC236}">
                <a16:creationId xmlns:a16="http://schemas.microsoft.com/office/drawing/2014/main" id="{8E32346C-721B-4ADD-0927-FD44DF63AED5}"/>
              </a:ext>
            </a:extLst>
          </p:cNvPr>
          <p:cNvGrpSpPr/>
          <p:nvPr/>
        </p:nvGrpSpPr>
        <p:grpSpPr>
          <a:xfrm>
            <a:off x="612880" y="1145429"/>
            <a:ext cx="1188720" cy="1188720"/>
            <a:chOff x="612880" y="1145429"/>
            <a:chExt cx="1188720" cy="1188720"/>
          </a:xfrm>
        </p:grpSpPr>
        <p:sp>
          <p:nvSpPr>
            <p:cNvPr id="8" name="Oval 7">
              <a:extLst>
                <a:ext uri="{FF2B5EF4-FFF2-40B4-BE49-F238E27FC236}">
                  <a16:creationId xmlns:a16="http://schemas.microsoft.com/office/drawing/2014/main" id="{ED3D73FB-1D38-4DED-A1BB-2F146C2FA331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9" name="Graphic 8" descr="Map with pin with solid fill">
              <a:extLst>
                <a:ext uri="{FF2B5EF4-FFF2-40B4-BE49-F238E27FC236}">
                  <a16:creationId xmlns:a16="http://schemas.microsoft.com/office/drawing/2014/main" id="{B707C84C-178B-167A-A81F-BAA7321A60A2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08762" y="1183007"/>
              <a:ext cx="996955" cy="996955"/>
            </a:xfrm>
            <a:prstGeom prst="rect">
              <a:avLst/>
            </a:prstGeom>
          </p:spPr>
        </p:pic>
      </p:grpSp>
      <p:sp>
        <p:nvSpPr>
          <p:cNvPr id="18" name="Text Placeholder 2">
            <a:extLst>
              <a:ext uri="{FF2B5EF4-FFF2-40B4-BE49-F238E27FC236}">
                <a16:creationId xmlns:a16="http://schemas.microsoft.com/office/drawing/2014/main" id="{BA0E88E3-F612-1935-7D31-FB209A5EA782}"/>
              </a:ext>
            </a:extLst>
          </p:cNvPr>
          <p:cNvSpPr txBox="1">
            <a:spLocks/>
          </p:cNvSpPr>
          <p:nvPr/>
        </p:nvSpPr>
        <p:spPr>
          <a:xfrm>
            <a:off x="1897482" y="1183008"/>
            <a:ext cx="9837318" cy="1494092"/>
          </a:xfrm>
          <a:prstGeom prst="rect">
            <a:avLst/>
          </a:prstGeom>
          <a:noFill/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Record how you will use discovery in your team’s journey.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B88FE806-393D-60B6-45BC-0DA99FAFE329}"/>
              </a:ext>
            </a:extLst>
          </p:cNvPr>
          <p:cNvGrpSpPr/>
          <p:nvPr/>
        </p:nvGrpSpPr>
        <p:grpSpPr>
          <a:xfrm>
            <a:off x="5032350" y="2677729"/>
            <a:ext cx="6348075" cy="1423408"/>
            <a:chOff x="5032350" y="2677729"/>
            <a:chExt cx="6348075" cy="1423408"/>
          </a:xfrm>
        </p:grpSpPr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13AD4FE6-D294-2A7D-8E8E-5366728E8A5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32350" y="2677729"/>
              <a:ext cx="6348075" cy="1423408"/>
            </a:xfrm>
            <a:prstGeom prst="rect">
              <a:avLst/>
            </a:prstGeom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3CB9D6E-D594-7AD6-E377-36FB51778758}"/>
                </a:ext>
              </a:extLst>
            </p:cNvPr>
            <p:cNvSpPr/>
            <p:nvPr/>
          </p:nvSpPr>
          <p:spPr>
            <a:xfrm>
              <a:off x="5475383" y="3045772"/>
              <a:ext cx="5409282" cy="633862"/>
            </a:xfrm>
            <a:prstGeom prst="rect">
              <a:avLst/>
            </a:prstGeom>
            <a:solidFill>
              <a:srgbClr val="64A848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124C41D2-3EF1-CBB9-348F-56771C4F11A1}"/>
              </a:ext>
            </a:extLst>
          </p:cNvPr>
          <p:cNvSpPr txBox="1"/>
          <p:nvPr/>
        </p:nvSpPr>
        <p:spPr>
          <a:xfrm>
            <a:off x="5546881" y="3228945"/>
            <a:ext cx="560758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Discovery: We explore new skills and ideas.</a:t>
            </a:r>
          </a:p>
        </p:txBody>
      </p:sp>
    </p:spTree>
    <p:extLst>
      <p:ext uri="{BB962C8B-B14F-4D97-AF65-F5344CB8AC3E}">
        <p14:creationId xmlns:p14="http://schemas.microsoft.com/office/powerpoint/2010/main" val="298483993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5C8550-E073-5579-A82F-7A63B9DF83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92D2572-CFCB-794D-62B6-39594A1F0721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5" name="Google Shape;248;p31">
              <a:extLst>
                <a:ext uri="{FF2B5EF4-FFF2-40B4-BE49-F238E27FC236}">
                  <a16:creationId xmlns:a16="http://schemas.microsoft.com/office/drawing/2014/main" id="{3D2F5D4D-CBDF-42A4-329D-E503CCA812B6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6" name="Google Shape;250;p31">
              <a:extLst>
                <a:ext uri="{FF2B5EF4-FFF2-40B4-BE49-F238E27FC236}">
                  <a16:creationId xmlns:a16="http://schemas.microsoft.com/office/drawing/2014/main" id="{784F2C2D-9D42-EB0C-D5F4-D320E2469080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Key Vocabulary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89F4FCED-CBF3-2597-9ABE-B85139692A53}"/>
              </a:ext>
            </a:extLst>
          </p:cNvPr>
          <p:cNvSpPr txBox="1">
            <a:spLocks/>
          </p:cNvSpPr>
          <p:nvPr/>
        </p:nvSpPr>
        <p:spPr>
          <a:xfrm>
            <a:off x="1943099" y="1145429"/>
            <a:ext cx="6286501" cy="5003911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ct val="100000"/>
              </a:lnSpc>
              <a:spcBef>
                <a:spcPts val="0"/>
              </a:spcBef>
              <a:spcAft>
                <a:spcPts val="5400"/>
              </a:spcAft>
            </a:pPr>
            <a:r>
              <a:rPr lang="en-US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robot:</a:t>
            </a:r>
            <a:r>
              <a:rPr lang="en-US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controller and any attached equipment that is intended to remain connected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400"/>
              </a:spcAft>
            </a:pPr>
            <a:r>
              <a:rPr lang="en-US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code:</a:t>
            </a:r>
            <a:r>
              <a:rPr lang="en-US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pre-programmed instructions</a:t>
            </a:r>
          </a:p>
          <a:p>
            <a:pPr>
              <a:lnSpc>
                <a:spcPct val="100000"/>
              </a:lnSpc>
              <a:spcBef>
                <a:spcPts val="0"/>
              </a:spcBef>
              <a:spcAft>
                <a:spcPts val="5400"/>
              </a:spcAft>
            </a:pPr>
            <a:r>
              <a:rPr lang="en-US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controller:</a:t>
            </a:r>
            <a:r>
              <a:rPr lang="en-US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unit that runs the programs for the robot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E08FD90C-89FF-C2FE-D062-3F9EEFA6EAEE}"/>
              </a:ext>
            </a:extLst>
          </p:cNvPr>
          <p:cNvGrpSpPr/>
          <p:nvPr/>
        </p:nvGrpSpPr>
        <p:grpSpPr>
          <a:xfrm>
            <a:off x="612880" y="1145429"/>
            <a:ext cx="1188720" cy="1188720"/>
            <a:chOff x="612880" y="1145429"/>
            <a:chExt cx="1188720" cy="1188720"/>
          </a:xfrm>
        </p:grpSpPr>
        <p:sp>
          <p:nvSpPr>
            <p:cNvPr id="11" name="Oval 10">
              <a:extLst>
                <a:ext uri="{FF2B5EF4-FFF2-40B4-BE49-F238E27FC236}">
                  <a16:creationId xmlns:a16="http://schemas.microsoft.com/office/drawing/2014/main" id="{AFD43FDB-21D5-5953-EAFA-943D35C3042B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2" name="Graphic 11" descr="Open book with solid fill">
              <a:extLst>
                <a:ext uri="{FF2B5EF4-FFF2-40B4-BE49-F238E27FC236}">
                  <a16:creationId xmlns:a16="http://schemas.microsoft.com/office/drawing/2014/main" id="{4B42F1E1-28BB-27EF-4707-C41BD9A7F8D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80571" y="1313120"/>
              <a:ext cx="853338" cy="853338"/>
            </a:xfrm>
            <a:prstGeom prst="rect">
              <a:avLst/>
            </a:prstGeom>
          </p:spPr>
        </p:pic>
      </p:grpSp>
      <p:pic>
        <p:nvPicPr>
          <p:cNvPr id="2" name="Picture 2" descr="lesson-header">
            <a:extLst>
              <a:ext uri="{FF2B5EF4-FFF2-40B4-BE49-F238E27FC236}">
                <a16:creationId xmlns:a16="http://schemas.microsoft.com/office/drawing/2014/main" id="{5AB5D3E3-75E6-019D-3475-9554E6AFACE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31475" r="53579" b="32365"/>
          <a:stretch/>
        </p:blipFill>
        <p:spPr bwMode="auto">
          <a:xfrm>
            <a:off x="9074372" y="1036954"/>
            <a:ext cx="2038426" cy="158785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A yellow square with black text and letters&#10;&#10;AI-generated content may be incorrect.">
            <a:extLst>
              <a:ext uri="{FF2B5EF4-FFF2-40B4-BE49-F238E27FC236}">
                <a16:creationId xmlns:a16="http://schemas.microsoft.com/office/drawing/2014/main" id="{11331316-DFBE-7AA6-C3ED-C4B044BAFBF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9296634" y="2750429"/>
            <a:ext cx="1587852" cy="1587852"/>
          </a:xfrm>
          <a:prstGeom prst="rect">
            <a:avLst/>
          </a:prstGeom>
        </p:spPr>
      </p:pic>
      <p:pic>
        <p:nvPicPr>
          <p:cNvPr id="13" name="Picture 12" descr="A white and yellow device with a button&#10;&#10;AI-generated content may be incorrect.">
            <a:extLst>
              <a:ext uri="{FF2B5EF4-FFF2-40B4-BE49-F238E27FC236}">
                <a16:creationId xmlns:a16="http://schemas.microsoft.com/office/drawing/2014/main" id="{940163E2-BCE0-F09D-D467-C9580D297C97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 rot="20090685">
            <a:off x="9596083" y="4604951"/>
            <a:ext cx="988953" cy="14580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151003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A04010-138E-E9A2-2080-9DB773E687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81CCBD10-92EB-5ED3-6150-33D57200E017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9" name="Google Shape;248;p31">
              <a:extLst>
                <a:ext uri="{FF2B5EF4-FFF2-40B4-BE49-F238E27FC236}">
                  <a16:creationId xmlns:a16="http://schemas.microsoft.com/office/drawing/2014/main" id="{A7E5BE77-1F3D-FAF3-B6F7-0F50B6B82167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10" name="Google Shape;250;p31">
              <a:extLst>
                <a:ext uri="{FF2B5EF4-FFF2-40B4-BE49-F238E27FC236}">
                  <a16:creationId xmlns:a16="http://schemas.microsoft.com/office/drawing/2014/main" id="{D545434C-F772-5C87-2741-2ED20359FE4F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Tasks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633F7B0A-9ECC-9258-1B3E-6B8C01FA3F29}"/>
              </a:ext>
            </a:extLst>
          </p:cNvPr>
          <p:cNvSpPr txBox="1">
            <a:spLocks/>
          </p:cNvSpPr>
          <p:nvPr/>
        </p:nvSpPr>
        <p:spPr>
          <a:xfrm>
            <a:off x="1882779" y="1080923"/>
            <a:ext cx="9682844" cy="14859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In the SPIKE</a:t>
            </a:r>
            <a:r>
              <a:rPr lang="en-US" sz="4800" b="1" baseline="30000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TM </a:t>
            </a: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app, complete the following lessons.</a:t>
            </a:r>
          </a:p>
        </p:txBody>
      </p:sp>
      <p:grpSp>
        <p:nvGrpSpPr>
          <p:cNvPr id="17" name="Group 16">
            <a:extLst>
              <a:ext uri="{FF2B5EF4-FFF2-40B4-BE49-F238E27FC236}">
                <a16:creationId xmlns:a16="http://schemas.microsoft.com/office/drawing/2014/main" id="{68282A37-FE5B-61B7-318E-B4CDB014CBAB}"/>
              </a:ext>
            </a:extLst>
          </p:cNvPr>
          <p:cNvGrpSpPr/>
          <p:nvPr/>
        </p:nvGrpSpPr>
        <p:grpSpPr>
          <a:xfrm>
            <a:off x="612880" y="1145429"/>
            <a:ext cx="1188720" cy="1188720"/>
            <a:chOff x="612880" y="1145429"/>
            <a:chExt cx="1188720" cy="1188720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0F71A35-F611-4193-8E31-AFE96333C388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00A551"/>
                </a:solidFill>
              </a:endParaRPr>
            </a:p>
          </p:txBody>
        </p:sp>
        <p:pic>
          <p:nvPicPr>
            <p:cNvPr id="15" name="Graphic 14" descr="Good Idea with solid fill">
              <a:extLst>
                <a:ext uri="{FF2B5EF4-FFF2-40B4-BE49-F238E27FC236}">
                  <a16:creationId xmlns:a16="http://schemas.microsoft.com/office/drawing/2014/main" id="{3CB2DB6A-30BF-F9E3-3716-EAB2FE38D42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694059" y="1191149"/>
              <a:ext cx="1076466" cy="1097280"/>
            </a:xfrm>
            <a:prstGeom prst="rect">
              <a:avLst/>
            </a:prstGeom>
          </p:spPr>
        </p:pic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F0BE0D4D-5CC3-B3F1-F43D-3820DA02D688}"/>
              </a:ext>
            </a:extLst>
          </p:cNvPr>
          <p:cNvSpPr txBox="1"/>
          <p:nvPr/>
        </p:nvSpPr>
        <p:spPr>
          <a:xfrm>
            <a:off x="1882779" y="2575232"/>
            <a:ext cx="669250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ED1C2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Tutorial Activities 1-6 (optional)</a:t>
            </a:r>
          </a:p>
          <a:p>
            <a:r>
              <a:rPr lang="en-US" b="1" dirty="0">
                <a:solidFill>
                  <a:srgbClr val="ED1C2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Competition Ready Unit Training Camp 1: Driving Around</a:t>
            </a:r>
          </a:p>
        </p:txBody>
      </p:sp>
      <p:pic>
        <p:nvPicPr>
          <p:cNvPr id="2" name="Picture 2" descr="lesson-header">
            <a:extLst>
              <a:ext uri="{FF2B5EF4-FFF2-40B4-BE49-F238E27FC236}">
                <a16:creationId xmlns:a16="http://schemas.microsoft.com/office/drawing/2014/main" id="{ABD7FEE8-BC8F-F631-7110-1F49B39563E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27011" b="17086"/>
          <a:stretch/>
        </p:blipFill>
        <p:spPr bwMode="auto">
          <a:xfrm>
            <a:off x="5717721" y="3429000"/>
            <a:ext cx="4762500" cy="26623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 descr="A yellow square with black text and letters&#10;&#10;AI-generated content may be incorrect.">
            <a:extLst>
              <a:ext uri="{FF2B5EF4-FFF2-40B4-BE49-F238E27FC236}">
                <a16:creationId xmlns:a16="http://schemas.microsoft.com/office/drawing/2014/main" id="{9DAC81C1-237F-A585-0744-700B529C8F6A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882779" y="3232373"/>
            <a:ext cx="2859022" cy="28590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900572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B163E3-E541-5FE9-785A-9F5E39BBFC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5A31A31-B5C5-06E5-3B02-8DD2415950A1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9" name="Google Shape;248;p31">
              <a:extLst>
                <a:ext uri="{FF2B5EF4-FFF2-40B4-BE49-F238E27FC236}">
                  <a16:creationId xmlns:a16="http://schemas.microsoft.com/office/drawing/2014/main" id="{36FAB4EF-84A0-4C04-D9DB-30B19CD5AE14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10" name="Google Shape;250;p31">
              <a:extLst>
                <a:ext uri="{FF2B5EF4-FFF2-40B4-BE49-F238E27FC236}">
                  <a16:creationId xmlns:a16="http://schemas.microsoft.com/office/drawing/2014/main" id="{BB1AB903-273A-6858-FC07-A62CF19D3FF3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Tasks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7C56E4BD-5091-15CC-FDDA-7B64E0C6A623}"/>
              </a:ext>
            </a:extLst>
          </p:cNvPr>
          <p:cNvSpPr txBox="1">
            <a:spLocks/>
          </p:cNvSpPr>
          <p:nvPr/>
        </p:nvSpPr>
        <p:spPr>
          <a:xfrm>
            <a:off x="1882779" y="1145429"/>
            <a:ext cx="9682844" cy="14859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Navigate your robot to one of the mission models.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38A50A1B-3382-F1D5-3083-4E25B7306331}"/>
              </a:ext>
            </a:extLst>
          </p:cNvPr>
          <p:cNvSpPr txBox="1"/>
          <p:nvPr/>
        </p:nvSpPr>
        <p:spPr>
          <a:xfrm>
            <a:off x="1882779" y="2843944"/>
            <a:ext cx="3860800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ED1C24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Take notes about what coding and building skills you have learned and can use on in the robot game.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74CA7786-EDC2-19A2-B9E4-1AEF64A0FB2C}"/>
              </a:ext>
            </a:extLst>
          </p:cNvPr>
          <p:cNvGrpSpPr/>
          <p:nvPr/>
        </p:nvGrpSpPr>
        <p:grpSpPr>
          <a:xfrm>
            <a:off x="612880" y="1145429"/>
            <a:ext cx="1188720" cy="1188720"/>
            <a:chOff x="612880" y="1145429"/>
            <a:chExt cx="1188720" cy="1188720"/>
          </a:xfrm>
        </p:grpSpPr>
        <p:sp>
          <p:nvSpPr>
            <p:cNvPr id="4" name="Oval 3">
              <a:extLst>
                <a:ext uri="{FF2B5EF4-FFF2-40B4-BE49-F238E27FC236}">
                  <a16:creationId xmlns:a16="http://schemas.microsoft.com/office/drawing/2014/main" id="{4C37B842-E846-D14B-4EF3-71ABAA51130A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5" name="Graphic 4" descr="Map with pin with solid fill">
              <a:extLst>
                <a:ext uri="{FF2B5EF4-FFF2-40B4-BE49-F238E27FC236}">
                  <a16:creationId xmlns:a16="http://schemas.microsoft.com/office/drawing/2014/main" id="{F30DE2DF-C5C3-E48E-2F7A-2BF8386341A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08762" y="1183007"/>
              <a:ext cx="996955" cy="996955"/>
            </a:xfrm>
            <a:prstGeom prst="rect">
              <a:avLst/>
            </a:prstGeom>
          </p:spPr>
        </p:pic>
      </p:grpSp>
      <p:pic>
        <p:nvPicPr>
          <p:cNvPr id="11" name="Picture 10">
            <a:extLst>
              <a:ext uri="{FF2B5EF4-FFF2-40B4-BE49-F238E27FC236}">
                <a16:creationId xmlns:a16="http://schemas.microsoft.com/office/drawing/2014/main" id="{988863FE-F15C-4C6F-7A1B-AF3B3EF404E6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503270" y="2631329"/>
            <a:ext cx="5231530" cy="34894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6978050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219E2-98F2-1685-AF8F-A57C304045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93E2375F-60D8-D2DB-3486-0A344B048C49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9" name="Google Shape;248;p31">
              <a:extLst>
                <a:ext uri="{FF2B5EF4-FFF2-40B4-BE49-F238E27FC236}">
                  <a16:creationId xmlns:a16="http://schemas.microsoft.com/office/drawing/2014/main" id="{3DFAC51D-C581-721F-98D1-9B96F32705F4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10" name="Google Shape;250;p31">
              <a:extLst>
                <a:ext uri="{FF2B5EF4-FFF2-40B4-BE49-F238E27FC236}">
                  <a16:creationId xmlns:a16="http://schemas.microsoft.com/office/drawing/2014/main" id="{BE768D5C-30E0-C1CC-CC36-44048AC03AA5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Tasks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pic>
        <p:nvPicPr>
          <p:cNvPr id="6" name="Graphic 5" descr="Meeting with solid fill">
            <a:extLst>
              <a:ext uri="{FF2B5EF4-FFF2-40B4-BE49-F238E27FC236}">
                <a16:creationId xmlns:a16="http://schemas.microsoft.com/office/drawing/2014/main" id="{7C7E51BF-CB0D-A277-84E9-E0E07F422B1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87828" y="1145428"/>
            <a:ext cx="1271973" cy="1271973"/>
          </a:xfrm>
          <a:prstGeom prst="rect">
            <a:avLst/>
          </a:prstGeom>
        </p:spPr>
      </p:pic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9F044F4F-D2B8-B5DC-3560-375091768409}"/>
              </a:ext>
            </a:extLst>
          </p:cNvPr>
          <p:cNvSpPr txBox="1">
            <a:spLocks/>
          </p:cNvSpPr>
          <p:nvPr/>
        </p:nvSpPr>
        <p:spPr>
          <a:xfrm>
            <a:off x="1882779" y="1145429"/>
            <a:ext cx="9682844" cy="1686982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4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Talk with your team about any innovation project ideas sparked by the mission models.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17F3C38-583A-F102-FC6E-6A5BA5F2594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867938" y="2874562"/>
            <a:ext cx="4866861" cy="32461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795104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142D88-F1D7-EBDD-E6D8-E09A710A11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420A7C67-F243-5FFE-E265-46349BB83707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1C48B353-6C8C-E37C-716D-5C7208119DF2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8" name="Google Shape;250;p31">
              <a:extLst>
                <a:ext uri="{FF2B5EF4-FFF2-40B4-BE49-F238E27FC236}">
                  <a16:creationId xmlns:a16="http://schemas.microsoft.com/office/drawing/2014/main" id="{2032C11E-AFB9-6FA6-8788-10BA268D51A1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Reflect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grpSp>
        <p:nvGrpSpPr>
          <p:cNvPr id="13" name="Group 12">
            <a:extLst>
              <a:ext uri="{FF2B5EF4-FFF2-40B4-BE49-F238E27FC236}">
                <a16:creationId xmlns:a16="http://schemas.microsoft.com/office/drawing/2014/main" id="{7477E9F4-281B-434C-0436-E89014E4FE5D}"/>
              </a:ext>
            </a:extLst>
          </p:cNvPr>
          <p:cNvGrpSpPr/>
          <p:nvPr/>
        </p:nvGrpSpPr>
        <p:grpSpPr>
          <a:xfrm>
            <a:off x="612880" y="1145429"/>
            <a:ext cx="1188720" cy="1188720"/>
            <a:chOff x="612880" y="1145429"/>
            <a:chExt cx="1188720" cy="118872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BD1659B-66EF-0815-2E27-95BA50DDBB87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Graphic 14" descr="Thought with solid fill">
              <a:extLst>
                <a:ext uri="{FF2B5EF4-FFF2-40B4-BE49-F238E27FC236}">
                  <a16:creationId xmlns:a16="http://schemas.microsoft.com/office/drawing/2014/main" id="{52C208DA-FC57-63FA-31E6-9CD9688B1CF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75889" y="1262058"/>
              <a:ext cx="931281" cy="931281"/>
            </a:xfrm>
            <a:prstGeom prst="rect">
              <a:avLst/>
            </a:prstGeom>
          </p:spPr>
        </p:pic>
      </p:grpSp>
      <p:pic>
        <p:nvPicPr>
          <p:cNvPr id="2" name="Picture 1" descr="A cartoon of a child and a child&#10;&#10;AI-generated content may be incorrect.">
            <a:extLst>
              <a:ext uri="{FF2B5EF4-FFF2-40B4-BE49-F238E27FC236}">
                <a16:creationId xmlns:a16="http://schemas.microsoft.com/office/drawing/2014/main" id="{5046000E-EEFC-D112-484B-24E53536BD42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r="47267"/>
          <a:stretch/>
        </p:blipFill>
        <p:spPr>
          <a:xfrm>
            <a:off x="4145544" y="4639367"/>
            <a:ext cx="3900911" cy="1572768"/>
          </a:xfrm>
          <a:prstGeom prst="rect">
            <a:avLst/>
          </a:prstGeom>
        </p:spPr>
      </p:pic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BB4A7199-DF59-C861-6CFC-158D81D4FADB}"/>
              </a:ext>
            </a:extLst>
          </p:cNvPr>
          <p:cNvSpPr txBox="1">
            <a:spLocks/>
          </p:cNvSpPr>
          <p:nvPr/>
        </p:nvSpPr>
        <p:spPr>
          <a:xfrm>
            <a:off x="1943100" y="1145430"/>
            <a:ext cx="9682844" cy="4985740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36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coding and building skills did  you learn that you can apply in the robot game? 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 did you use the Engineering Design Process	in this session?	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What Project Sparks interest your team?	</a:t>
            </a:r>
          </a:p>
          <a:p>
            <a:pPr marL="0" indent="0">
              <a:buNone/>
            </a:pPr>
            <a:r>
              <a:rPr lang="en-US" sz="36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How will	your </a:t>
            </a:r>
            <a:r>
              <a:rPr lang="en-US" sz="3600" b="1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team research</a:t>
            </a:r>
            <a:r>
              <a:rPr lang="en-US" sz="36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 </a:t>
            </a:r>
            <a:r>
              <a:rPr lang="en-US" sz="3600" b="1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the </a:t>
            </a:r>
            <a:r>
              <a:rPr lang="en-US" sz="36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problem?</a:t>
            </a:r>
          </a:p>
        </p:txBody>
      </p:sp>
    </p:spTree>
    <p:extLst>
      <p:ext uri="{BB962C8B-B14F-4D97-AF65-F5344CB8AC3E}">
        <p14:creationId xmlns:p14="http://schemas.microsoft.com/office/powerpoint/2010/main" val="139385042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5F3146-109F-1077-0AA2-9A32E6D801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9BE533C7-9AA5-63D1-A5A2-0053DAB4850C}"/>
              </a:ext>
            </a:extLst>
          </p:cNvPr>
          <p:cNvGrpSpPr/>
          <p:nvPr/>
        </p:nvGrpSpPr>
        <p:grpSpPr>
          <a:xfrm>
            <a:off x="457200" y="170180"/>
            <a:ext cx="11277600" cy="762634"/>
            <a:chOff x="457200" y="170180"/>
            <a:chExt cx="11277600" cy="762634"/>
          </a:xfrm>
        </p:grpSpPr>
        <p:sp>
          <p:nvSpPr>
            <p:cNvPr id="6" name="Google Shape;248;p31">
              <a:extLst>
                <a:ext uri="{FF2B5EF4-FFF2-40B4-BE49-F238E27FC236}">
                  <a16:creationId xmlns:a16="http://schemas.microsoft.com/office/drawing/2014/main" id="{2CD8ABA6-F6B4-6B10-747F-D830FA4AC3CB}"/>
                </a:ext>
              </a:extLst>
            </p:cNvPr>
            <p:cNvSpPr/>
            <p:nvPr/>
          </p:nvSpPr>
          <p:spPr>
            <a:xfrm>
              <a:off x="457200" y="170180"/>
              <a:ext cx="11277600" cy="762634"/>
            </a:xfrm>
            <a:prstGeom prst="roundRect">
              <a:avLst>
                <a:gd name="adj" fmla="val 16667"/>
              </a:avLst>
            </a:prstGeom>
            <a:solidFill>
              <a:srgbClr val="ED1C24"/>
            </a:solidFill>
            <a:ln w="12700" cap="flat" cmpd="sng">
              <a:noFill/>
              <a:prstDash val="solid"/>
              <a:miter lim="800000"/>
              <a:headEnd type="none" w="sm" len="sm"/>
              <a:tailEnd type="none" w="sm" len="sm"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algn="ctr"/>
              <a:endParaRPr>
                <a:solidFill>
                  <a:schemeClr val="lt1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  <a:sym typeface="Calibri"/>
              </a:endParaRPr>
            </a:p>
          </p:txBody>
        </p:sp>
        <p:sp>
          <p:nvSpPr>
            <p:cNvPr id="8" name="Google Shape;250;p31">
              <a:extLst>
                <a:ext uri="{FF2B5EF4-FFF2-40B4-BE49-F238E27FC236}">
                  <a16:creationId xmlns:a16="http://schemas.microsoft.com/office/drawing/2014/main" id="{6FD12720-56DF-47B1-D0E1-39F8D4F70D52}"/>
                </a:ext>
              </a:extLst>
            </p:cNvPr>
            <p:cNvSpPr txBox="1">
              <a:spLocks/>
            </p:cNvSpPr>
            <p:nvPr/>
          </p:nvSpPr>
          <p:spPr>
            <a:xfrm>
              <a:off x="587828" y="274319"/>
              <a:ext cx="11038115" cy="554355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vert="horz" wrap="square" lIns="91425" tIns="45700" rIns="91425" bIns="45700" rtlCol="0" anchor="ctr" anchorCtr="0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>
                <a:buClr>
                  <a:schemeClr val="lt1"/>
                </a:buClr>
                <a:buSzPts val="4000"/>
              </a:pPr>
              <a:r>
                <a:rPr lang="en-US" sz="3200" b="1" dirty="0">
                  <a:solidFill>
                    <a:schemeClr val="lt1"/>
                  </a:solidFill>
                  <a:latin typeface="Roboto" panose="02000000000000000000" pitchFamily="2" charset="0"/>
                  <a:ea typeface="Roboto" panose="02000000000000000000" pitchFamily="2" charset="0"/>
                  <a:cs typeface="Roboto" panose="02000000000000000000" pitchFamily="2" charset="0"/>
                </a:rPr>
                <a:t>Share</a:t>
              </a:r>
              <a:endParaRPr lang="en-US" sz="3200" b="1" dirty="0"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endParaRPr>
            </a:p>
          </p:txBody>
        </p:sp>
      </p:grpSp>
      <p:sp>
        <p:nvSpPr>
          <p:cNvPr id="11" name="Text Placeholder 2">
            <a:extLst>
              <a:ext uri="{FF2B5EF4-FFF2-40B4-BE49-F238E27FC236}">
                <a16:creationId xmlns:a16="http://schemas.microsoft.com/office/drawing/2014/main" id="{DD7DBD67-C10A-803D-24AF-51669F454FAF}"/>
              </a:ext>
            </a:extLst>
          </p:cNvPr>
          <p:cNvSpPr txBox="1">
            <a:spLocks/>
          </p:cNvSpPr>
          <p:nvPr/>
        </p:nvSpPr>
        <p:spPr>
          <a:xfrm>
            <a:off x="1943100" y="1007609"/>
            <a:ext cx="9682844" cy="1485900"/>
          </a:xfrm>
          <a:prstGeom prst="rect">
            <a:avLst/>
          </a:prstGeom>
        </p:spPr>
        <p:txBody>
          <a:bodyPr vert="horz" lIns="91440" tIns="45720" rIns="91440" bIns="45720" rtlCol="0" anchor="ctr" anchorCtr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4800" b="1" dirty="0">
                <a:solidFill>
                  <a:srgbClr val="0660AC"/>
                </a:solidFill>
                <a:latin typeface="Roboto" panose="02000000000000000000" pitchFamily="2" charset="0"/>
                <a:ea typeface="Roboto" panose="02000000000000000000" pitchFamily="2" charset="0"/>
                <a:cs typeface="Roboto" panose="02000000000000000000" pitchFamily="2" charset="0"/>
              </a:rPr>
              <a:t>Share the robot skills learned in this session.</a:t>
            </a:r>
            <a:endParaRPr lang="en-US" sz="4800" b="1" dirty="0">
              <a:solidFill>
                <a:srgbClr val="0660AC"/>
              </a:solidFill>
              <a:highlight>
                <a:srgbClr val="00FF00"/>
              </a:highlight>
              <a:latin typeface="Roboto" panose="02000000000000000000" pitchFamily="2" charset="0"/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0F6001B8-E250-B612-7E9D-945F4808BDC6}"/>
              </a:ext>
            </a:extLst>
          </p:cNvPr>
          <p:cNvGrpSpPr/>
          <p:nvPr/>
        </p:nvGrpSpPr>
        <p:grpSpPr>
          <a:xfrm>
            <a:off x="612880" y="1145429"/>
            <a:ext cx="1188720" cy="1188720"/>
            <a:chOff x="612880" y="1145429"/>
            <a:chExt cx="1188720" cy="118872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98354F08-EA5F-A715-E534-44FC48AAEBBD}"/>
                </a:ext>
              </a:extLst>
            </p:cNvPr>
            <p:cNvSpPr/>
            <p:nvPr/>
          </p:nvSpPr>
          <p:spPr>
            <a:xfrm>
              <a:off x="612880" y="1145429"/>
              <a:ext cx="1188720" cy="1188720"/>
            </a:xfrm>
            <a:prstGeom prst="ellipse">
              <a:avLst/>
            </a:prstGeom>
            <a:solidFill>
              <a:srgbClr val="0660AC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5" name="Graphic 14" descr="Customer review with solid fill">
              <a:extLst>
                <a:ext uri="{FF2B5EF4-FFF2-40B4-BE49-F238E27FC236}">
                  <a16:creationId xmlns:a16="http://schemas.microsoft.com/office/drawing/2014/main" id="{D42FD170-2BF4-AD7C-7C45-91A3F50BE4D5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/>
            <a:stretch/>
          </p:blipFill>
          <p:spPr>
            <a:xfrm>
              <a:off x="741599" y="1284918"/>
              <a:ext cx="931281" cy="931281"/>
            </a:xfrm>
            <a:prstGeom prst="rect">
              <a:avLst/>
            </a:prstGeom>
          </p:spPr>
        </p:pic>
      </p:grpSp>
      <p:grpSp>
        <p:nvGrpSpPr>
          <p:cNvPr id="2" name="Group 1">
            <a:extLst>
              <a:ext uri="{FF2B5EF4-FFF2-40B4-BE49-F238E27FC236}">
                <a16:creationId xmlns:a16="http://schemas.microsoft.com/office/drawing/2014/main" id="{4F369CB8-8EEF-C048-E3DC-FF151A491457}"/>
              </a:ext>
            </a:extLst>
          </p:cNvPr>
          <p:cNvGrpSpPr/>
          <p:nvPr/>
        </p:nvGrpSpPr>
        <p:grpSpPr>
          <a:xfrm>
            <a:off x="5974657" y="2858342"/>
            <a:ext cx="5134380" cy="3353297"/>
            <a:chOff x="5974657" y="2858342"/>
            <a:chExt cx="5134380" cy="3353297"/>
          </a:xfrm>
        </p:grpSpPr>
        <p:pic>
          <p:nvPicPr>
            <p:cNvPr id="5" name="Picture 4" descr="A cartoon of a child&#10;&#10;AI-generated content may be incorrect.">
              <a:extLst>
                <a:ext uri="{FF2B5EF4-FFF2-40B4-BE49-F238E27FC236}">
                  <a16:creationId xmlns:a16="http://schemas.microsoft.com/office/drawing/2014/main" id="{95514420-8B97-8852-5FD7-7D655F9CE189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974657" y="3343564"/>
              <a:ext cx="2121836" cy="2868075"/>
            </a:xfrm>
            <a:prstGeom prst="rect">
              <a:avLst/>
            </a:prstGeom>
          </p:spPr>
        </p:pic>
        <p:pic>
          <p:nvPicPr>
            <p:cNvPr id="7" name="Picture 6" descr="A cartoon of a child wearing glasses&#10;&#10;AI-generated content may be incorrect.">
              <a:extLst>
                <a:ext uri="{FF2B5EF4-FFF2-40B4-BE49-F238E27FC236}">
                  <a16:creationId xmlns:a16="http://schemas.microsoft.com/office/drawing/2014/main" id="{32244551-2F9E-669F-6BA1-CFD85067ECBF}"/>
                </a:ext>
              </a:extLst>
            </p:cNvPr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8096493" y="2858342"/>
              <a:ext cx="1558637" cy="3353297"/>
            </a:xfrm>
            <a:prstGeom prst="rect">
              <a:avLst/>
            </a:prstGeom>
          </p:spPr>
        </p:pic>
        <p:pic>
          <p:nvPicPr>
            <p:cNvPr id="9" name="Picture 8" descr="Cartoon child with short black hair and yellow shirt&#10;&#10;AI-generated content may be incorrect.">
              <a:extLst>
                <a:ext uri="{FF2B5EF4-FFF2-40B4-BE49-F238E27FC236}">
                  <a16:creationId xmlns:a16="http://schemas.microsoft.com/office/drawing/2014/main" id="{5C9C0FCF-84B0-0E5C-C5A6-2CFE4F62F407}"/>
                </a:ext>
              </a:extLst>
            </p:cNvPr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9774565" y="3303174"/>
              <a:ext cx="1334472" cy="290846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997043545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1FCCC-5B06-399F-A188-506908FBE1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toy figurine with a broom&#10;&#10;AI-generated content may be incorrect.">
            <a:extLst>
              <a:ext uri="{FF2B5EF4-FFF2-40B4-BE49-F238E27FC236}">
                <a16:creationId xmlns:a16="http://schemas.microsoft.com/office/drawing/2014/main" id="{1F88CC93-535E-7CCB-BBBE-F836C6AA7F9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0234" y="1757363"/>
            <a:ext cx="5010150" cy="3343275"/>
          </a:xfrm>
          <a:prstGeom prst="rect">
            <a:avLst/>
          </a:prstGeom>
        </p:spPr>
      </p:pic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BA23FDE8-DC31-E2EC-E73C-101D8E9E884F}"/>
              </a:ext>
            </a:extLst>
          </p:cNvPr>
          <p:cNvSpPr txBox="1">
            <a:spLocks/>
          </p:cNvSpPr>
          <p:nvPr/>
        </p:nvSpPr>
        <p:spPr>
          <a:xfrm>
            <a:off x="7652506" y="2604481"/>
            <a:ext cx="4329651" cy="1093124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8000" dirty="0">
                <a:solidFill>
                  <a:schemeClr val="bg1"/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Roboto Medium"/>
                <a:ea typeface="Roboto Medium"/>
                <a:cs typeface="Roboto Medium"/>
              </a:rPr>
              <a:t>Clean Up</a:t>
            </a:r>
            <a:endParaRPr lang="en-US" dirty="0">
              <a:solidFill>
                <a:schemeClr val="bg1"/>
              </a:solidFill>
              <a:effectLst>
                <a:outerShdw blurRad="50800" dist="38100" dir="2700000" algn="tl" rotWithShape="0">
                  <a:prstClr val="black">
                    <a:alpha val="40000"/>
                  </a:prst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166744955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logo on a black background&#10;&#10;AI-generated content may be incorrect.">
            <a:extLst>
              <a:ext uri="{FF2B5EF4-FFF2-40B4-BE49-F238E27FC236}">
                <a16:creationId xmlns:a16="http://schemas.microsoft.com/office/drawing/2014/main" id="{5CF653DF-5BC6-AA81-74CB-E7BE88E0C830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06936" y="1344435"/>
            <a:ext cx="5089064" cy="3200681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A55C3D8-8158-20D9-7BF8-173B070378A4}"/>
              </a:ext>
            </a:extLst>
          </p:cNvPr>
          <p:cNvSpPr txBox="1"/>
          <p:nvPr/>
        </p:nvSpPr>
        <p:spPr>
          <a:xfrm>
            <a:off x="1851973" y="5328193"/>
            <a:ext cx="8488054" cy="1200329"/>
          </a:xfrm>
          <a:prstGeom prst="rect">
            <a:avLst/>
          </a:prstGeom>
          <a:noFill/>
        </p:spPr>
        <p:txBody>
          <a:bodyPr wrap="square" lIns="91440" tIns="45720" rIns="91440" bIns="45720" anchor="t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LEGO, the LEGO logo, the Minifigure, LEGO Education, the LEGO Education logo, and the SPIKE logo are trademarks of the/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sont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des marques de commerce du/son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marcas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registradas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de LEGO Group. ©2026 The LEGO Group. All rights reserved/Tous droits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réservés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/Todos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los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 derechos </a:t>
            </a:r>
            <a:r>
              <a:rPr kumimoji="0" lang="en-US" sz="12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reservados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.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®, the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® logo, and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® CANOPY™ are trademarks of For Inspiration and Recognition of Science and Technology (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). LEGO® is a registered trademark of the LEGO Group.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® LEGO® League and BIOGLOW™ are jointly held trademarks of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and the LEGO Group. ©2026 </a:t>
            </a:r>
            <a:r>
              <a:rPr kumimoji="0" lang="en-US" sz="1200" b="0" i="1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FIRST </a:t>
            </a: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Roboto" panose="02000000000000000000" pitchFamily="2" charset="0"/>
                <a:ea typeface="Roboto" panose="02000000000000000000" pitchFamily="2" charset="0"/>
                <a:cs typeface="+mn-cs"/>
              </a:rPr>
              <a:t>and the LEGO Group. All rights reserved.</a:t>
            </a:r>
            <a:endParaRPr kumimoji="0" lang="en-US" sz="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Roboto" panose="02000000000000000000" pitchFamily="2" charset="0"/>
              <a:ea typeface="Roboto" panose="02000000000000000000" pitchFamily="2" charset="0"/>
              <a:cs typeface="Roboto"/>
            </a:endParaRPr>
          </a:p>
        </p:txBody>
      </p:sp>
      <p:pic>
        <p:nvPicPr>
          <p:cNvPr id="3" name="Picture 2" descr="A green and purple rectangular sign with black text&#10;&#10;AI-generated content may be incorrect.">
            <a:extLst>
              <a:ext uri="{FF2B5EF4-FFF2-40B4-BE49-F238E27FC236}">
                <a16:creationId xmlns:a16="http://schemas.microsoft.com/office/drawing/2014/main" id="{D9CD3993-C33D-0A54-8910-FA3B13F0DE6D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6758831" y="822755"/>
            <a:ext cx="4034995" cy="403499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03380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BA3CF456D23424E983FC6A3CFD89728" ma:contentTypeVersion="13" ma:contentTypeDescription="Create a new document." ma:contentTypeScope="" ma:versionID="05868a9f6affae1f3165cb649b767eb4">
  <xsd:schema xmlns:xsd="http://www.w3.org/2001/XMLSchema" xmlns:xs="http://www.w3.org/2001/XMLSchema" xmlns:p="http://schemas.microsoft.com/office/2006/metadata/properties" xmlns:ns2="dc5ac352-bb47-4e5b-b08c-2c11a4c8ba70" xmlns:ns3="4dbcd07c-0eed-4f47-a0fc-743daa0b3a2b" targetNamespace="http://schemas.microsoft.com/office/2006/metadata/properties" ma:root="true" ma:fieldsID="143e7bf8a6439f939fa65a19489a1739" ns2:_="" ns3:_="">
    <xsd:import namespace="dc5ac352-bb47-4e5b-b08c-2c11a4c8ba70"/>
    <xsd:import namespace="4dbcd07c-0eed-4f47-a0fc-743daa0b3a2b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BillingMetadata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5ac352-bb47-4e5b-b08c-2c11a4c8ba70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lcf76f155ced4ddcb4097134ff3c332f" ma:index="13" nillable="true" ma:taxonomy="true" ma:internalName="lcf76f155ced4ddcb4097134ff3c332f" ma:taxonomyFieldName="MediaServiceImageTags" ma:displayName="Image Tags" ma:readOnly="false" ma:fieldId="{5cf76f15-5ced-4ddc-b409-7134ff3c332f}" ma:taxonomyMulti="true" ma:sspId="cda59523-cae3-4a93-ad14-9717a5d9464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BillingMetadata" ma:index="18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LengthInSeconds" ma:index="19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0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4dbcd07c-0eed-4f47-a0fc-743daa0b3a2b" elementFormDefault="qualified">
    <xsd:import namespace="http://schemas.microsoft.com/office/2006/documentManagement/types"/>
    <xsd:import namespace="http://schemas.microsoft.com/office/infopath/2007/PartnerControls"/>
    <xsd:element name="TaxCatchAll" ma:index="14" nillable="true" ma:displayName="Taxonomy Catch All Column" ma:hidden="true" ma:list="{433c2426-80c4-4bc0-8c42-9b0ed55b1fa4}" ma:internalName="TaxCatchAll" ma:showField="CatchAllData" ma:web="4dbcd07c-0eed-4f47-a0fc-743daa0b3a2b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4dbcd07c-0eed-4f47-a0fc-743daa0b3a2b" xsi:nil="true"/>
    <lcf76f155ced4ddcb4097134ff3c332f xmlns="dc5ac352-bb47-4e5b-b08c-2c11a4c8ba70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7151A670-0DF8-40A2-9C30-9AF459D7E233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27762587-BDEE-49D3-8D13-EE8008B45BAA}"/>
</file>

<file path=customXml/itemProps3.xml><?xml version="1.0" encoding="utf-8"?>
<ds:datastoreItem xmlns:ds="http://schemas.openxmlformats.org/officeDocument/2006/customXml" ds:itemID="{B8C3B65E-86F5-4F12-882B-E72674BBA31A}">
  <ds:schemaRefs>
    <ds:schemaRef ds:uri="http://schemas.openxmlformats.org/package/2006/metadata/core-properties"/>
    <ds:schemaRef ds:uri="http://www.w3.org/XML/1998/namespace"/>
    <ds:schemaRef ds:uri="http://schemas.microsoft.com/office/2006/documentManagement/types"/>
    <ds:schemaRef ds:uri="http://schemas.microsoft.com/office/infopath/2007/PartnerControls"/>
    <ds:schemaRef ds:uri="http://schemas.microsoft.com/office/2006/metadata/properties"/>
    <ds:schemaRef ds:uri="98a1be8e-ceb0-4d64-90f3-74f22257285b"/>
    <ds:schemaRef ds:uri="65f3190a-2497-4c6e-9c08-e63c17ba8fcf"/>
    <ds:schemaRef ds:uri="http://purl.org/dc/elements/1.1/"/>
    <ds:schemaRef ds:uri="http://purl.org/dc/terms/"/>
    <ds:schemaRef ds:uri="0bfdc619-4bd5-4a26-8e37-4be4446dc23a"/>
    <ds:schemaRef ds:uri="http://purl.org/dc/dcmitype/"/>
    <ds:schemaRef ds:uri="32a440ee-ccdf-4ffb-ba5c-71e25989d2a9"/>
    <ds:schemaRef ds:uri="09a20863-7c96-4a57-95ca-029d1820b203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2067</TotalTime>
  <Words>1110</Words>
  <Application>Microsoft Office PowerPoint</Application>
  <PresentationFormat>Widescreen</PresentationFormat>
  <Paragraphs>107</Paragraphs>
  <Slides>11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Calibri Light</vt:lpstr>
      <vt:lpstr>Helvetica Neue</vt:lpstr>
      <vt:lpstr>Roboto</vt:lpstr>
      <vt:lpstr>Roboto Medium</vt:lpstr>
      <vt:lpstr>Office 2013 - 2022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Tammy Pankey</cp:lastModifiedBy>
  <cp:revision>92</cp:revision>
  <dcterms:created xsi:type="dcterms:W3CDTF">2020-04-21T20:33:01Z</dcterms:created>
  <dcterms:modified xsi:type="dcterms:W3CDTF">2026-05-22T16:49:42Z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0x0101007BA3CF456D23424E983FC6A3CFD89728</vt:lpwstr>
  </property>
  <property fmtid="{D5CDD505-2E9C-101B-9397-08002B2CF9AE}" pid="3" name="xd_ProgID">
    <vt:lpwstr/>
  </property>
  <property fmtid="{D5CDD505-2E9C-101B-9397-08002B2CF9AE}" pid="4" name="ComplianceAssetId">
    <vt:lpwstr/>
  </property>
  <property fmtid="{D5CDD505-2E9C-101B-9397-08002B2CF9AE}" pid="5" name="TemplateUrl">
    <vt:lpwstr/>
  </property>
  <property fmtid="{D5CDD505-2E9C-101B-9397-08002B2CF9AE}" pid="6" name="_ExtendedDescription">
    <vt:lpwstr/>
  </property>
  <property fmtid="{D5CDD505-2E9C-101B-9397-08002B2CF9AE}" pid="7" name="TriggerFlowInfo">
    <vt:lpwstr/>
  </property>
  <property fmtid="{D5CDD505-2E9C-101B-9397-08002B2CF9AE}" pid="8" name="xd_Signature">
    <vt:lpwstr/>
  </property>
  <property fmtid="{D5CDD505-2E9C-101B-9397-08002B2CF9AE}" pid="9" name="MediaServiceImageTags">
    <vt:lpwstr/>
  </property>
  <property fmtid="{D5CDD505-2E9C-101B-9397-08002B2CF9AE}" pid="10" name="Order">
    <vt:r8>4541100</vt:r8>
  </property>
  <property fmtid="{D5CDD505-2E9C-101B-9397-08002B2CF9AE}" pid="11" name="_SourceUrl">
    <vt:lpwstr/>
  </property>
  <property fmtid="{D5CDD505-2E9C-101B-9397-08002B2CF9AE}" pid="12" name="_SharedFileIndex">
    <vt:lpwstr/>
  </property>
</Properties>
</file>