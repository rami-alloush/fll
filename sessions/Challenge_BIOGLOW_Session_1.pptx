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4"/>
  </p:sldMasterIdLst>
  <p:notesMasterIdLst>
    <p:notesMasterId r:id="rId15"/>
  </p:notesMasterIdLst>
  <p:sldIdLst>
    <p:sldId id="330" r:id="rId5"/>
    <p:sldId id="345" r:id="rId6"/>
    <p:sldId id="347" r:id="rId7"/>
    <p:sldId id="355" r:id="rId8"/>
    <p:sldId id="363" r:id="rId9"/>
    <p:sldId id="364" r:id="rId10"/>
    <p:sldId id="357" r:id="rId11"/>
    <p:sldId id="356" r:id="rId12"/>
    <p:sldId id="359" r:id="rId13"/>
    <p:sldId id="3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915290-8344-CD5D-185D-98D43C5DE9EE}" name="Kate Sample" initials="KS" userId="S::ksample@firstinspires.org::ad24f2c8-db21-4b10-9534-7a98911ec180" providerId="AD"/>
  <p188:author id="{E97725C9-38CB-DF41-38E4-16BBCD052361}" name="Tammy Pankey" initials="TP" userId="S::tpankey@firstinspires.org::89b84b47-0384-4d66-b56e-dc00ebdb68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y Morgan" initials="KM" lastIdx="14" clrIdx="0">
    <p:extLst>
      <p:ext uri="{19B8F6BF-5375-455C-9EA6-DF929625EA0E}">
        <p15:presenceInfo xmlns:p15="http://schemas.microsoft.com/office/powerpoint/2012/main" userId="S::kmorgan@firstinspires.org::19752d8f-270a-426b-91ad-1bf5c79275bc" providerId="AD"/>
      </p:ext>
    </p:extLst>
  </p:cmAuthor>
  <p:cmAuthor id="2" name="Tammy Pankey" initials="TP" lastIdx="25" clrIdx="1">
    <p:extLst>
      <p:ext uri="{19B8F6BF-5375-455C-9EA6-DF929625EA0E}">
        <p15:presenceInfo xmlns:p15="http://schemas.microsoft.com/office/powerpoint/2012/main" userId="S::tpankey@firstinspires.org::89b84b47-0384-4d66-b56e-dc00ebdb68cf" providerId="AD"/>
      </p:ext>
    </p:extLst>
  </p:cmAuthor>
  <p:cmAuthor id="3" name="Betsy Daniels" initials="BD" lastIdx="4" clrIdx="2">
    <p:extLst>
      <p:ext uri="{19B8F6BF-5375-455C-9EA6-DF929625EA0E}">
        <p15:presenceInfo xmlns:p15="http://schemas.microsoft.com/office/powerpoint/2012/main" userId="S::bdaniels@firstinspires.org::a44171bd-6c25-4139-ab16-062dbd6de46d" providerId="AD"/>
      </p:ext>
    </p:extLst>
  </p:cmAuthor>
  <p:cmAuthor id="4" name="Libby Simpson" initials="LS" lastIdx="6" clrIdx="3">
    <p:extLst>
      <p:ext uri="{19B8F6BF-5375-455C-9EA6-DF929625EA0E}">
        <p15:presenceInfo xmlns:p15="http://schemas.microsoft.com/office/powerpoint/2012/main" userId="S::lsimpson@firstinspires.org::279f7fcd-fcc6-488a-9740-ffec112d6907" providerId="AD"/>
      </p:ext>
    </p:extLst>
  </p:cmAuthor>
  <p:cmAuthor id="5" name="Marian Murphy" initials="MM" lastIdx="9" clrIdx="4">
    <p:extLst>
      <p:ext uri="{19B8F6BF-5375-455C-9EA6-DF929625EA0E}">
        <p15:presenceInfo xmlns:p15="http://schemas.microsoft.com/office/powerpoint/2012/main" userId="S::mmurphy@firstinspires.org::6ddc4b1b-6521-474c-a22d-2c363c1d36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C24"/>
    <a:srgbClr val="0660AC"/>
    <a:srgbClr val="00A551"/>
    <a:srgbClr val="0FB7D1"/>
    <a:srgbClr val="FF781D"/>
    <a:srgbClr val="662D91"/>
    <a:srgbClr val="FFFFFF"/>
    <a:srgbClr val="E3F3F6"/>
    <a:srgbClr val="EBF5F8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3E14C5-B7EE-49FA-9B1A-4CCA4E1F1174}" v="1" dt="2026-05-22T16:48:34.314"/>
    <p1510:client id="{9BD44966-CC09-4F0E-930A-DD7CF1853CD0}" v="41" dt="2026-05-21T21:43:44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9542" autoAdjust="0"/>
  </p:normalViewPr>
  <p:slideViewPr>
    <p:cSldViewPr snapToGrid="0">
      <p:cViewPr varScale="1">
        <p:scale>
          <a:sx n="70" d="100"/>
          <a:sy n="70" d="100"/>
        </p:scale>
        <p:origin x="1066" y="58"/>
      </p:cViewPr>
      <p:guideLst>
        <p:guide orient="horz" pos="2160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Sample" userId="ad24f2c8-db21-4b10-9534-7a98911ec180" providerId="ADAL" clId="{C9D5FCC2-313F-4ADF-852E-FBEE7C6548C8}"/>
    <pc:docChg chg="custSel addSld delSld modSld">
      <pc:chgData name="Kate Sample" userId="ad24f2c8-db21-4b10-9534-7a98911ec180" providerId="ADAL" clId="{C9D5FCC2-313F-4ADF-852E-FBEE7C6548C8}" dt="2026-05-21T21:43:58.309" v="164" actId="1076"/>
      <pc:docMkLst>
        <pc:docMk/>
      </pc:docMkLst>
      <pc:sldChg chg="del">
        <pc:chgData name="Kate Sample" userId="ad24f2c8-db21-4b10-9534-7a98911ec180" providerId="ADAL" clId="{C9D5FCC2-313F-4ADF-852E-FBEE7C6548C8}" dt="2026-05-21T21:24:35.149" v="3" actId="47"/>
        <pc:sldMkLst>
          <pc:docMk/>
          <pc:sldMk cId="1109188424" sldId="294"/>
        </pc:sldMkLst>
      </pc:sldChg>
      <pc:sldChg chg="addSp delSp modSp mod">
        <pc:chgData name="Kate Sample" userId="ad24f2c8-db21-4b10-9534-7a98911ec180" providerId="ADAL" clId="{C9D5FCC2-313F-4ADF-852E-FBEE7C6548C8}" dt="2026-05-21T21:28:20.748" v="18" actId="1076"/>
        <pc:sldMkLst>
          <pc:docMk/>
          <pc:sldMk cId="876955009" sldId="330"/>
        </pc:sldMkLst>
        <pc:spChg chg="mod">
          <ac:chgData name="Kate Sample" userId="ad24f2c8-db21-4b10-9534-7a98911ec180" providerId="ADAL" clId="{C9D5FCC2-313F-4ADF-852E-FBEE7C6548C8}" dt="2026-05-21T21:28:11.004" v="17" actId="20577"/>
          <ac:spMkLst>
            <pc:docMk/>
            <pc:sldMk cId="876955009" sldId="330"/>
            <ac:spMk id="4" creationId="{6750C1C8-6386-DDED-19A5-2016D654A326}"/>
          </ac:spMkLst>
        </pc:spChg>
        <pc:spChg chg="mod">
          <ac:chgData name="Kate Sample" userId="ad24f2c8-db21-4b10-9534-7a98911ec180" providerId="ADAL" clId="{C9D5FCC2-313F-4ADF-852E-FBEE7C6548C8}" dt="2026-05-21T21:28:20.748" v="18" actId="1076"/>
          <ac:spMkLst>
            <pc:docMk/>
            <pc:sldMk cId="876955009" sldId="330"/>
            <ac:spMk id="8" creationId="{A6AAEB71-AACB-1350-FA60-DABC810222C4}"/>
          </ac:spMkLst>
        </pc:spChg>
        <pc:picChg chg="add mod">
          <ac:chgData name="Kate Sample" userId="ad24f2c8-db21-4b10-9534-7a98911ec180" providerId="ADAL" clId="{C9D5FCC2-313F-4ADF-852E-FBEE7C6548C8}" dt="2026-05-21T21:24:47.422" v="4"/>
          <ac:picMkLst>
            <pc:docMk/>
            <pc:sldMk cId="876955009" sldId="330"/>
            <ac:picMk id="2" creationId="{3CDC8B69-E431-5CE0-5F00-9A3558A171C6}"/>
          </ac:picMkLst>
        </pc:picChg>
        <pc:picChg chg="add mod">
          <ac:chgData name="Kate Sample" userId="ad24f2c8-db21-4b10-9534-7a98911ec180" providerId="ADAL" clId="{C9D5FCC2-313F-4ADF-852E-FBEE7C6548C8}" dt="2026-05-21T21:24:47.422" v="4"/>
          <ac:picMkLst>
            <pc:docMk/>
            <pc:sldMk cId="876955009" sldId="330"/>
            <ac:picMk id="5" creationId="{C8D6EDA5-55C2-C2EF-C8A6-0BBC8AD0E71C}"/>
          </ac:picMkLst>
        </pc:picChg>
        <pc:picChg chg="del">
          <ac:chgData name="Kate Sample" userId="ad24f2c8-db21-4b10-9534-7a98911ec180" providerId="ADAL" clId="{C9D5FCC2-313F-4ADF-852E-FBEE7C6548C8}" dt="2026-05-21T21:24:18.458" v="0" actId="478"/>
          <ac:picMkLst>
            <pc:docMk/>
            <pc:sldMk cId="876955009" sldId="330"/>
            <ac:picMk id="1026" creationId="{DDA63D0B-B4FA-47D6-90BF-8720DA8813F0}"/>
          </ac:picMkLst>
        </pc:picChg>
        <pc:picChg chg="del">
          <ac:chgData name="Kate Sample" userId="ad24f2c8-db21-4b10-9534-7a98911ec180" providerId="ADAL" clId="{C9D5FCC2-313F-4ADF-852E-FBEE7C6548C8}" dt="2026-05-21T21:24:19.146" v="1" actId="478"/>
          <ac:picMkLst>
            <pc:docMk/>
            <pc:sldMk cId="876955009" sldId="330"/>
            <ac:picMk id="1027" creationId="{C823F484-6DA0-2D29-88D1-8E8A79D65AFD}"/>
          </ac:picMkLst>
        </pc:picChg>
      </pc:sldChg>
      <pc:sldChg chg="addSp delSp modSp mod modNotesTx">
        <pc:chgData name="Kate Sample" userId="ad24f2c8-db21-4b10-9534-7a98911ec180" providerId="ADAL" clId="{C9D5FCC2-313F-4ADF-852E-FBEE7C6548C8}" dt="2026-05-21T21:32:22.831" v="60"/>
        <pc:sldMkLst>
          <pc:docMk/>
          <pc:sldMk cId="2984839933" sldId="345"/>
        </pc:sldMkLst>
        <pc:picChg chg="del">
          <ac:chgData name="Kate Sample" userId="ad24f2c8-db21-4b10-9534-7a98911ec180" providerId="ADAL" clId="{C9D5FCC2-313F-4ADF-852E-FBEE7C6548C8}" dt="2026-05-21T21:30:58.273" v="26" actId="478"/>
          <ac:picMkLst>
            <pc:docMk/>
            <pc:sldMk cId="2984839933" sldId="345"/>
            <ac:picMk id="4" creationId="{44EB97BC-65F8-A46B-136E-7A50AF4F9911}"/>
          </ac:picMkLst>
        </pc:picChg>
        <pc:picChg chg="add mod">
          <ac:chgData name="Kate Sample" userId="ad24f2c8-db21-4b10-9534-7a98911ec180" providerId="ADAL" clId="{C9D5FCC2-313F-4ADF-852E-FBEE7C6548C8}" dt="2026-05-21T21:32:22.831" v="60"/>
          <ac:picMkLst>
            <pc:docMk/>
            <pc:sldMk cId="2984839933" sldId="345"/>
            <ac:picMk id="13" creationId="{51A9F502-AA1B-82F8-08E6-41F6BF3A2EE5}"/>
          </ac:picMkLst>
        </pc:picChg>
      </pc:sldChg>
      <pc:sldChg chg="addSp delSp modSp mod">
        <pc:chgData name="Kate Sample" userId="ad24f2c8-db21-4b10-9534-7a98911ec180" providerId="ADAL" clId="{C9D5FCC2-313F-4ADF-852E-FBEE7C6548C8}" dt="2026-05-21T21:33:47.094" v="71" actId="1076"/>
        <pc:sldMkLst>
          <pc:docMk/>
          <pc:sldMk cId="3881510030" sldId="347"/>
        </pc:sldMkLst>
        <pc:picChg chg="del">
          <ac:chgData name="Kate Sample" userId="ad24f2c8-db21-4b10-9534-7a98911ec180" providerId="ADAL" clId="{C9D5FCC2-313F-4ADF-852E-FBEE7C6548C8}" dt="2026-05-21T21:32:45.483" v="62" actId="478"/>
          <ac:picMkLst>
            <pc:docMk/>
            <pc:sldMk cId="3881510030" sldId="347"/>
            <ac:picMk id="7" creationId="{46D2AF23-E3D7-BD6B-41D8-92454E86F7EC}"/>
          </ac:picMkLst>
        </pc:picChg>
        <pc:picChg chg="del">
          <ac:chgData name="Kate Sample" userId="ad24f2c8-db21-4b10-9534-7a98911ec180" providerId="ADAL" clId="{C9D5FCC2-313F-4ADF-852E-FBEE7C6548C8}" dt="2026-05-21T21:32:44.673" v="61" actId="478"/>
          <ac:picMkLst>
            <pc:docMk/>
            <pc:sldMk cId="3881510030" sldId="347"/>
            <ac:picMk id="8" creationId="{90EE50CA-11CA-8760-459C-ADB06D802CBB}"/>
          </ac:picMkLst>
        </pc:picChg>
        <pc:picChg chg="add mod">
          <ac:chgData name="Kate Sample" userId="ad24f2c8-db21-4b10-9534-7a98911ec180" providerId="ADAL" clId="{C9D5FCC2-313F-4ADF-852E-FBEE7C6548C8}" dt="2026-05-21T21:33:47.094" v="71" actId="1076"/>
          <ac:picMkLst>
            <pc:docMk/>
            <pc:sldMk cId="3881510030" sldId="347"/>
            <ac:picMk id="10" creationId="{C5F7CF37-B520-FC54-1C9C-3638FFAC7DCF}"/>
          </ac:picMkLst>
        </pc:picChg>
      </pc:sldChg>
      <pc:sldChg chg="addSp delSp modSp mod modNotesTx">
        <pc:chgData name="Kate Sample" userId="ad24f2c8-db21-4b10-9534-7a98911ec180" providerId="ADAL" clId="{C9D5FCC2-313F-4ADF-852E-FBEE7C6548C8}" dt="2026-05-21T21:43:58.309" v="164" actId="1076"/>
        <pc:sldMkLst>
          <pc:docMk/>
          <pc:sldMk cId="1999005728" sldId="355"/>
        </pc:sldMkLst>
        <pc:picChg chg="add mod">
          <ac:chgData name="Kate Sample" userId="ad24f2c8-db21-4b10-9534-7a98911ec180" providerId="ADAL" clId="{C9D5FCC2-313F-4ADF-852E-FBEE7C6548C8}" dt="2026-05-21T21:43:58.309" v="164" actId="1076"/>
          <ac:picMkLst>
            <pc:docMk/>
            <pc:sldMk cId="1999005728" sldId="355"/>
            <ac:picMk id="6" creationId="{E4CE029B-34E7-4278-2103-58D2FD8B15F3}"/>
          </ac:picMkLst>
        </pc:picChg>
        <pc:picChg chg="del">
          <ac:chgData name="Kate Sample" userId="ad24f2c8-db21-4b10-9534-7a98911ec180" providerId="ADAL" clId="{C9D5FCC2-313F-4ADF-852E-FBEE7C6548C8}" dt="2026-05-21T21:33:55.944" v="72" actId="478"/>
          <ac:picMkLst>
            <pc:docMk/>
            <pc:sldMk cId="1999005728" sldId="355"/>
            <ac:picMk id="7" creationId="{05D4C896-99C5-282A-6B79-39071D43759C}"/>
          </ac:picMkLst>
        </pc:picChg>
      </pc:sldChg>
      <pc:sldChg chg="modSp mod modNotesTx">
        <pc:chgData name="Kate Sample" userId="ad24f2c8-db21-4b10-9534-7a98911ec180" providerId="ADAL" clId="{C9D5FCC2-313F-4ADF-852E-FBEE7C6548C8}" dt="2026-05-21T21:41:24.610" v="159" actId="20577"/>
        <pc:sldMkLst>
          <pc:docMk/>
          <pc:sldMk cId="3997043545" sldId="356"/>
        </pc:sldMkLst>
        <pc:spChg chg="mod">
          <ac:chgData name="Kate Sample" userId="ad24f2c8-db21-4b10-9534-7a98911ec180" providerId="ADAL" clId="{C9D5FCC2-313F-4ADF-852E-FBEE7C6548C8}" dt="2026-05-21T21:41:16.073" v="152" actId="20577"/>
          <ac:spMkLst>
            <pc:docMk/>
            <pc:sldMk cId="3997043545" sldId="356"/>
            <ac:spMk id="11" creationId="{DD7DBD67-C10A-803D-24AF-51669F454FAF}"/>
          </ac:spMkLst>
        </pc:spChg>
      </pc:sldChg>
      <pc:sldChg chg="modSp mod">
        <pc:chgData name="Kate Sample" userId="ad24f2c8-db21-4b10-9534-7a98911ec180" providerId="ADAL" clId="{C9D5FCC2-313F-4ADF-852E-FBEE7C6548C8}" dt="2026-05-21T21:40:16.057" v="145" actId="20577"/>
        <pc:sldMkLst>
          <pc:docMk/>
          <pc:sldMk cId="1393850421" sldId="357"/>
        </pc:sldMkLst>
        <pc:spChg chg="mod">
          <ac:chgData name="Kate Sample" userId="ad24f2c8-db21-4b10-9534-7a98911ec180" providerId="ADAL" clId="{C9D5FCC2-313F-4ADF-852E-FBEE7C6548C8}" dt="2026-05-21T21:40:16.057" v="145" actId="20577"/>
          <ac:spMkLst>
            <pc:docMk/>
            <pc:sldMk cId="1393850421" sldId="357"/>
            <ac:spMk id="11" creationId="{BB4A7199-DF59-C861-6CFC-158D81D4FADB}"/>
          </ac:spMkLst>
        </pc:spChg>
      </pc:sldChg>
      <pc:sldChg chg="addSp delSp modSp mod">
        <pc:chgData name="Kate Sample" userId="ad24f2c8-db21-4b10-9534-7a98911ec180" providerId="ADAL" clId="{C9D5FCC2-313F-4ADF-852E-FBEE7C6548C8}" dt="2026-05-21T21:37:42.248" v="105" actId="1076"/>
        <pc:sldMkLst>
          <pc:docMk/>
          <pc:sldMk cId="1398791638" sldId="363"/>
        </pc:sldMkLst>
        <pc:spChg chg="mod">
          <ac:chgData name="Kate Sample" userId="ad24f2c8-db21-4b10-9534-7a98911ec180" providerId="ADAL" clId="{C9D5FCC2-313F-4ADF-852E-FBEE7C6548C8}" dt="2026-05-21T21:36:56.905" v="96" actId="20577"/>
          <ac:spMkLst>
            <pc:docMk/>
            <pc:sldMk cId="1398791638" sldId="363"/>
            <ac:spMk id="13" creationId="{052B8856-8C38-4E2B-37B2-D47BE77AA5A5}"/>
          </ac:spMkLst>
        </pc:spChg>
        <pc:picChg chg="del">
          <ac:chgData name="Kate Sample" userId="ad24f2c8-db21-4b10-9534-7a98911ec180" providerId="ADAL" clId="{C9D5FCC2-313F-4ADF-852E-FBEE7C6548C8}" dt="2026-05-21T21:36:51.731" v="94" actId="478"/>
          <ac:picMkLst>
            <pc:docMk/>
            <pc:sldMk cId="1398791638" sldId="363"/>
            <ac:picMk id="4" creationId="{77A924E1-61D6-8BFA-37F8-27032110E941}"/>
          </ac:picMkLst>
        </pc:picChg>
        <pc:picChg chg="add mod">
          <ac:chgData name="Kate Sample" userId="ad24f2c8-db21-4b10-9534-7a98911ec180" providerId="ADAL" clId="{C9D5FCC2-313F-4ADF-852E-FBEE7C6548C8}" dt="2026-05-21T21:37:42.248" v="105" actId="1076"/>
          <ac:picMkLst>
            <pc:docMk/>
            <pc:sldMk cId="1398791638" sldId="363"/>
            <ac:picMk id="5" creationId="{2A486E84-497D-C1C0-459A-B209A9CC5FBC}"/>
          </ac:picMkLst>
        </pc:picChg>
      </pc:sldChg>
      <pc:sldChg chg="add">
        <pc:chgData name="Kate Sample" userId="ad24f2c8-db21-4b10-9534-7a98911ec180" providerId="ADAL" clId="{C9D5FCC2-313F-4ADF-852E-FBEE7C6548C8}" dt="2026-05-21T21:24:32.825" v="2"/>
        <pc:sldMkLst>
          <pc:docMk/>
          <pc:sldMk cId="4203380145" sldId="3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3F5F3-06B3-EE47-BF43-708E2593BF64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B8CF6-C2C2-924C-96EF-0C0C9E05FE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9991-E4AF-6078-0DC6-FF59A013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27EBD-082C-91A7-82C5-657E74806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3831C-0D4E-96FB-F378-AC328F19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8D4B-9796-01CF-B93A-20E3E4971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B8CF6-C2C2-924C-96EF-0C0C9E05F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72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E49D-5553-0DBB-0BF8-64444079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F88F2-C0A6-7CFA-E6E4-7B9D5209F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103EF-C1A0-3E61-8EEF-561510BCA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200" b="1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Introduction:</a:t>
            </a:r>
          </a:p>
          <a:p>
            <a:pPr marL="0" indent="0">
              <a:buFontTx/>
              <a:buNone/>
            </a:pPr>
            <a:r>
              <a:rPr lang="en-US" sz="1200" b="0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- Get to know your team members and select your team name.</a:t>
            </a:r>
          </a:p>
          <a:p>
            <a:pPr marL="171450" indent="-171450">
              <a:buFontTx/>
              <a:buChar char="-"/>
            </a:pPr>
            <a:r>
              <a:rPr lang="en-US" sz="1200" b="0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Watch season videos and read pages 3-9 to learn how </a:t>
            </a:r>
            <a:r>
              <a:rPr lang="en-US" sz="1200" b="0" i="1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FIRST</a:t>
            </a:r>
            <a:r>
              <a:rPr lang="en-US" sz="1200" b="0" i="1" u="none" strike="noStrike" baseline="0" dirty="0">
                <a:solidFill>
                  <a:srgbClr val="662D9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®</a:t>
            </a:r>
            <a:r>
              <a:rPr lang="en-US" sz="1200" b="0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 LEGO</a:t>
            </a:r>
            <a:r>
              <a:rPr lang="en-US" sz="1200" b="0" i="1" u="none" strike="noStrike" baseline="0" dirty="0">
                <a:solidFill>
                  <a:srgbClr val="662D9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®</a:t>
            </a:r>
            <a:r>
              <a:rPr lang="en-US" sz="1200" b="0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 League Challenge works and about the BIOGLOW</a:t>
            </a:r>
            <a:r>
              <a:rPr lang="en-US" sz="1200" b="0" i="0" u="none" strike="noStrike" baseline="3000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TM</a:t>
            </a:r>
            <a:r>
              <a:rPr lang="en-US" sz="1200" b="0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 robot game and innovation project. </a:t>
            </a:r>
          </a:p>
          <a:p>
            <a:pPr marL="171450" indent="-171450">
              <a:buFontTx/>
              <a:buChar char="-"/>
            </a:pPr>
            <a:endParaRPr lang="en-US" sz="1200" b="0" i="0" u="none" strike="noStrike" baseline="0" dirty="0">
              <a:solidFill>
                <a:srgbClr val="662D91"/>
              </a:solidFill>
              <a:latin typeface="Helvetica Neue" panose="02000503000000020004"/>
              <a:ea typeface="Roboto"/>
            </a:endParaRPr>
          </a:p>
          <a:p>
            <a:pPr marL="0" indent="0">
              <a:buFontTx/>
              <a:buNone/>
            </a:pPr>
            <a:r>
              <a:rPr lang="en-US" sz="1200" b="1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Session Tips:</a:t>
            </a:r>
          </a:p>
          <a:p>
            <a:pPr marL="0" indent="0">
              <a:buFontTx/>
              <a:buNone/>
            </a:pPr>
            <a:r>
              <a:rPr lang="en-US" sz="1200" b="0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- Have the team watch the season videos on the FIRST® LEGO® League YouTube channel and read pages 3-9 in their Engineering Notebooks.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4329F-FEF6-FFF8-66E6-F1A710536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24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AE63-EAF5-5DC0-BD9D-56115708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8F350-F575-A504-5C04-32AB6415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DF365-6CA7-1651-636F-D25B35575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i="0" u="sng" strike="noStrike" kern="1200" dirty="0">
                <a:solidFill>
                  <a:srgbClr val="0563C1"/>
                </a:solidFill>
                <a:effectLst/>
                <a:latin typeface="Calibri" panose="020F0502020204030204" pitchFamily="34" charset="0"/>
                <a:cs typeface="Calibri"/>
              </a:rPr>
              <a:t>Session specific vocab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5ACC9-40FF-A0EC-8818-E4B1B4D12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45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EF91-DCAE-7221-3140-98B111EB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21226-F7EB-D697-2B9C-8CB57D076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72EB8-A3D4-2E7A-59F3-B5EFB9BE5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the building instructions to build the robot game mission models.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Set up the game field.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Read page 7 of the Robot Game Rulebook to learn how to set up the mat.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Explore how the models work and how they connect to the Project Sparks on page 6.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Discuss the reflection questions and record your progress.</a:t>
            </a: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l" rtl="0" fontAlgn="base">
              <a:buNone/>
            </a:pP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watch the season videos on the FIRST® LEGO® League YouTube channel and read pages 3-9 in their Engineering Notebooks.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Provide the model building instructions and show the field setup video to the team.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can work together or as individuals to build the models. Be sure to inspect and test the models to ensure they function correctly.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the Robot Game Rulebook and mission video to understand how the models work.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Encourage the team to investigate the mat and the mission models to inspire them.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Lead a discussion about the Project Sparks and Challenge story and how they relate to the mission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62A2-015F-9042-E817-700748727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115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13E04-E0DA-68A7-6CD9-3DB105B4A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FA6DE-F728-8166-7163-AAFDB5B1C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794D2-192C-D3FA-C84F-FBCCE5973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4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the building instructions to build the robot game mission models.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Set up the game field.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Read page 7 of the Robot Game Rulebook to learn how to set up the mat.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Explore how the models work and how they connect to the Project Sparks on page 6.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Discuss the reflection questions and record your progress.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l" rtl="0" fontAlgn="base">
              <a:buNone/>
            </a:pPr>
            <a:r>
              <a:rPr lang="en-US" sz="4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4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watch the season videos on the FIRST® LEGO® League YouTube channel and read pages 3-9 in their Engineering Notebooks.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Provide the model building instructions and show the field setup video to the team.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can work together or as individuals to build the models. Be sure to inspect and test the models to ensure they function correctly.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the Robot Game Rulebook and mission video to understand how the models work.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Encourage the team to investigate the mat and the mission models to inspire them.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Lead a discussion about the Project Sparks and Challenge story and how they relate to the mission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0665F-1ABE-2A63-2F0E-588550155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993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2A57-2C94-147F-5FA6-5841DE5C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B69F1-A2A7-6CCC-5456-F15C1EDD5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9E3B7-B932-C8EC-3A08-64BDE06D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4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the building instructions to build the robot game mission models.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Set up the game field.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Read page 7 of the Robot Game Rulebook to learn how to set up the mat.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Explore how the models work and how they connect to the Project Sparks on page 6.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Discuss the reflection questions and record your progress.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l" rtl="0" fontAlgn="base">
              <a:buNone/>
            </a:pPr>
            <a:r>
              <a:rPr lang="en-US" sz="4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4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watch the season videos on the FIRST® LEGO® League YouTube channel and read pages 3-9 in their Engineering Notebooks.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Provide the model building instructions and show the field setup video to the team.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can work together or as individuals to build the models. Be sure to inspect and test the models to ensure they function correctly.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the Robot Game Rulebook and mission video to understand how the models work.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Encourage the team to investigate the mat and the mission models to inspire them.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Lead a discussion about the Project Sparks and Challenge story and how they relate to the mission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A9054-5B59-59B6-D3AD-FB3063829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735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984FB-F5A2-7B77-FDD5-764C597B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A2B1C-6D8B-6BF0-2203-981C190B0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A724B-318B-503C-3F6C-382CA5E5A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00FCF-2DB8-A20B-87F2-85EFBD0AE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17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8847-407D-7CB5-B4B2-09116F1C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42B29-4235-CD0C-E6EC-3DC6816B0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3AEBA-7F7D-1720-0938-FD856D84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Share </a:t>
            </a: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Discuss the reflection questions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Get together at the mat. Talk about how the mission models connect to the BIOGLOW theme.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Clean up your space.</a:t>
            </a:r>
            <a:endParaRPr lang="en-US" sz="1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None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Lead a discussion about the Project Sparks and Challenge story and how they relate to the mission models.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B238-2D3A-EFDF-6429-7B6EBF080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15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9991-E4AF-6078-0DC6-FF59A013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27EBD-082C-91A7-82C5-657E74806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3831C-0D4E-96FB-F378-AC328F19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8D4B-9796-01CF-B93A-20E3E4971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B8CF6-C2C2-924C-96EF-0C0C9E05F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72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18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5">
            <a:extLst>
              <a:ext uri="{FF2B5EF4-FFF2-40B4-BE49-F238E27FC236}">
                <a16:creationId xmlns:a16="http://schemas.microsoft.com/office/drawing/2014/main" id="{2C506078-981B-C36E-38B0-C317795DF093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662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92D80-8E73-084A-8CE9-E8CB45409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169" y="5770277"/>
            <a:ext cx="1474423" cy="822486"/>
          </a:xfrm>
          <a:prstGeom prst="rect">
            <a:avLst/>
          </a:prstGeom>
        </p:spPr>
      </p:pic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914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6C4CB6AA-61AA-29B9-80C3-A087545006DD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EE1B310-7B31-E616-63F3-279475E7DC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412" y="5625594"/>
            <a:ext cx="1708714" cy="108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BC9E9A16-2F1B-8AA1-720D-1F1AE67CC99A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EC20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F3794-6BA9-344C-32D2-2BF2148C53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665" y="5751186"/>
            <a:ext cx="1492587" cy="8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09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LL Discover Content" preserve="1" userDrawn="1">
  <p:cSld name="1_FLL Discover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82D9DE-2740-819F-E76F-17D113E912E9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6186951-BF0C-7FE7-7CFE-A6922674541E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E0C31D-043F-BD44-E0C7-B147B288075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BDD4FC-A7F2-3ADA-2243-317C2BCCD4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62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736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8F847E-9AAB-ECE2-80B7-E876D73388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535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8EE99A-C270-699C-33D1-09B4BAC8BFDD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FCB25-5EF0-0C40-9C84-0963F39E96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877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B150B34-2FE2-079B-E924-A224CAA99CCA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441A197-04F8-C22E-F70F-45B723643857}"/>
              </a:ext>
            </a:extLst>
          </p:cNvPr>
          <p:cNvSpPr txBox="1">
            <a:spLocks/>
          </p:cNvSpPr>
          <p:nvPr userDrawn="1"/>
        </p:nvSpPr>
        <p:spPr>
          <a:xfrm>
            <a:off x="457200" y="1097280"/>
            <a:ext cx="11213432" cy="50037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0" i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l" defTabSz="228600" rtl="0" eaLnBrk="1" fontAlgn="t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i="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71450" indent="-1619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lang="en-US" sz="16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4290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14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9525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None/>
              <a:tabLst/>
              <a:defRPr sz="1800" b="0" i="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FB7ED85-0F56-7A1C-70B5-E63A2354EF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2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E8F024-C2DA-BFBD-1BC0-3D7EAB5411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361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9E96B0-3893-C4D5-2623-BFB426E923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24E64F-860F-4C17-6103-E355070951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4341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639225-EA9E-1D9D-6218-39369C41C8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47915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EB161-7E7A-5042-BCF6-95F27F8C571E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052E6-E16C-A04B-8192-1DB31D569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FCCC-5B06-399F-A188-506908F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83D69124-12DE-626F-C834-1BA7D69B9408}"/>
              </a:ext>
            </a:extLst>
          </p:cNvPr>
          <p:cNvSpPr txBox="1">
            <a:spLocks/>
          </p:cNvSpPr>
          <p:nvPr/>
        </p:nvSpPr>
        <p:spPr>
          <a:xfrm>
            <a:off x="326169" y="341369"/>
            <a:ext cx="4509782" cy="14074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4800" spc="250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SESSION 1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750C1C8-6386-DDED-19A5-2016D654A326}"/>
              </a:ext>
            </a:extLst>
          </p:cNvPr>
          <p:cNvSpPr txBox="1">
            <a:spLocks/>
          </p:cNvSpPr>
          <p:nvPr/>
        </p:nvSpPr>
        <p:spPr>
          <a:xfrm>
            <a:off x="7841293" y="790832"/>
            <a:ext cx="4261981" cy="55614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effectLst>
                  <a:outerShdw dist="56557" dir="8100000" algn="tr" rotWithShape="0">
                    <a:srgbClr val="482166"/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can explore the BIOGLOW™ season theme and get to know others on my team. 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dist="56557" dir="8100000" algn="tr" rotWithShape="0">
                    <a:srgbClr val="482166"/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can work with my team to build the mission models and make connections to the Challenge story and Project Sparks.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6AAEB71-AACB-1350-FA60-DABC810222C4}"/>
              </a:ext>
            </a:extLst>
          </p:cNvPr>
          <p:cNvSpPr txBox="1">
            <a:spLocks/>
          </p:cNvSpPr>
          <p:nvPr/>
        </p:nvSpPr>
        <p:spPr>
          <a:xfrm>
            <a:off x="326169" y="1430593"/>
            <a:ext cx="6675880" cy="282321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Students will get to know one another, build the mission models, and review the Project Sparks. </a:t>
            </a:r>
            <a:endParaRPr lang="en-US" sz="4000" dirty="0">
              <a:highlight>
                <a:srgbClr val="FF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3CDC8B69-E431-5CE0-5F00-9A3558A171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2170" y="5376796"/>
            <a:ext cx="3113315" cy="1234393"/>
          </a:xfrm>
          <a:prstGeom prst="rect">
            <a:avLst/>
          </a:prstGeom>
        </p:spPr>
      </p:pic>
      <p:pic>
        <p:nvPicPr>
          <p:cNvPr id="5" name="Picture 4" descr="A green and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C8D6EDA5-55C2-C2EF-C8A6-0BBC8AD0E7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942" y="4411223"/>
            <a:ext cx="2682240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55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A48A-ACB6-FAEB-C04D-52066EE6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47401-14E8-A9EF-D1A0-08639E776E2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97481" y="1201061"/>
            <a:ext cx="3187703" cy="1831387"/>
          </a:xfrm>
          <a:noFill/>
        </p:spPr>
        <p:txBody>
          <a:bodyPr anchor="ctr" anchorCtr="0">
            <a:no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Get to know your team.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C05673-DBAE-E541-D77B-91928F7A53DD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4288CD1E-0967-3FCE-BE03-FC771F60F5BF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0E0600F0-826E-B1FF-5C6B-8E1D4E9E3DC0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Introduction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E32346C-721B-4ADD-0927-FD44DF63AED5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D3D73FB-1D38-4DED-A1BB-2F146C2FA331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Map with pin with solid fill">
              <a:extLst>
                <a:ext uri="{FF2B5EF4-FFF2-40B4-BE49-F238E27FC236}">
                  <a16:creationId xmlns:a16="http://schemas.microsoft.com/office/drawing/2014/main" id="{B707C84C-178B-167A-A81F-BAA7321A60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08762" y="1183007"/>
              <a:ext cx="996955" cy="99695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306DFB4-C3AE-99A0-4AE0-B38DA53C5327}"/>
              </a:ext>
            </a:extLst>
          </p:cNvPr>
          <p:cNvSpPr txBox="1"/>
          <p:nvPr/>
        </p:nvSpPr>
        <p:spPr>
          <a:xfrm rot="21437334">
            <a:off x="5761827" y="1964519"/>
            <a:ext cx="54890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Record information about your team here.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38B4B54-6EC0-B074-3214-16D943C502DE}"/>
              </a:ext>
            </a:extLst>
          </p:cNvPr>
          <p:cNvSpPr txBox="1">
            <a:spLocks/>
          </p:cNvSpPr>
          <p:nvPr/>
        </p:nvSpPr>
        <p:spPr>
          <a:xfrm>
            <a:off x="1897481" y="3429000"/>
            <a:ext cx="3187703" cy="1707501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 a team name.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A9F502-AA1B-82F8-08E6-41F6BF3A2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09" b="99710" l="0" r="96289">
                        <a14:foregroundMark x1="13608" y1="10725" x2="14021" y2="36232"/>
                        <a14:foregroundMark x1="4948" y1="12464" x2="27629" y2="17681"/>
                        <a14:foregroundMark x1="27629" y1="17681" x2="92371" y2="9275"/>
                        <a14:foregroundMark x1="92371" y1="9275" x2="95052" y2="12754"/>
                        <a14:foregroundMark x1="92990" y1="2609" x2="88866" y2="6377"/>
                        <a14:foregroundMark x1="89691" y1="13913" x2="92990" y2="20870"/>
                        <a14:foregroundMark x1="96289" y1="4058" x2="92165" y2="11304"/>
                        <a14:foregroundMark x1="93402" y1="20000" x2="93608" y2="93623"/>
                        <a14:foregroundMark x1="93608" y1="93623" x2="93814" y2="95652"/>
                        <a14:foregroundMark x1="93196" y1="54783" x2="93608" y2="98551"/>
                        <a14:foregroundMark x1="95258" y1="97391" x2="91546" y2="87826"/>
                        <a14:foregroundMark x1="91546" y1="87826" x2="94227" y2="75362"/>
                        <a14:foregroundMark x1="94227" y1="75362" x2="92990" y2="39710"/>
                        <a14:foregroundMark x1="92990" y1="39710" x2="94227" y2="24638"/>
                        <a14:foregroundMark x1="94227" y1="24638" x2="86598" y2="18261"/>
                        <a14:foregroundMark x1="76082" y1="11884" x2="9691" y2="11304"/>
                        <a14:foregroundMark x1="9691" y1="11304" x2="4124" y2="14203"/>
                        <a14:foregroundMark x1="2474" y1="16522" x2="5155" y2="27826"/>
                        <a14:foregroundMark x1="5155" y1="27826" x2="2062" y2="56232"/>
                        <a14:foregroundMark x1="2062" y1="56232" x2="5155" y2="98261"/>
                        <a14:foregroundMark x1="5155" y1="98261" x2="1649" y2="99130"/>
                        <a14:foregroundMark x1="11753" y1="23188" x2="37320" y2="28116"/>
                        <a14:foregroundMark x1="32990" y1="22609" x2="19588" y2="22029"/>
                        <a14:foregroundMark x1="5567" y1="10145" x2="49897" y2="73043"/>
                        <a14:foregroundMark x1="49897" y1="73043" x2="61856" y2="82609"/>
                        <a14:foregroundMark x1="84124" y1="30435" x2="9072" y2="89275"/>
                        <a14:foregroundMark x1="9072" y1="89275" x2="8866" y2="89275"/>
                        <a14:foregroundMark x1="35670" y1="36812" x2="70722" y2="70725"/>
                        <a14:foregroundMark x1="65155" y1="37391" x2="80619" y2="60290"/>
                        <a14:foregroundMark x1="75052" y1="35362" x2="90309" y2="50145"/>
                        <a14:foregroundMark x1="82680" y1="25507" x2="0" y2="59420"/>
                        <a14:foregroundMark x1="77938" y1="20000" x2="18351" y2="40870"/>
                        <a14:foregroundMark x1="9278" y1="46087" x2="36289" y2="91304"/>
                        <a14:foregroundMark x1="36495" y1="94783" x2="94227" y2="68986"/>
                        <a14:foregroundMark x1="87835" y1="49855" x2="28041" y2="85507"/>
                        <a14:foregroundMark x1="9278" y1="57101" x2="21649" y2="88116"/>
                        <a14:foregroundMark x1="21649" y1="88116" x2="21856" y2="88406"/>
                        <a14:foregroundMark x1="22062" y1="56812" x2="44330" y2="77681"/>
                        <a14:foregroundMark x1="1649" y1="8696" x2="98351" y2="15072"/>
                        <a14:foregroundMark x1="98351" y1="15072" x2="96082" y2="96522"/>
                        <a14:foregroundMark x1="96082" y1="96522" x2="2887" y2="99710"/>
                        <a14:foregroundMark x1="2887" y1="99710" x2="1031" y2="88116"/>
                        <a14:foregroundMark x1="1031" y1="88116" x2="2474" y2="9275"/>
                        <a14:foregroundMark x1="86804" y1="23768" x2="83299" y2="27536"/>
                        <a14:foregroundMark x1="89485" y1="47826" x2="85979" y2="68986"/>
                        <a14:foregroundMark x1="71753" y1="89855" x2="71753" y2="89855"/>
                        <a14:foregroundMark x1="83505" y1="90725" x2="84536" y2="788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74906" y="1183007"/>
            <a:ext cx="6541858" cy="46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3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8550-E073-5579-A82F-7A63B9DF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92D2572-CFCB-794D-62B6-39594A1F0721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5" name="Google Shape;248;p31">
              <a:extLst>
                <a:ext uri="{FF2B5EF4-FFF2-40B4-BE49-F238E27FC236}">
                  <a16:creationId xmlns:a16="http://schemas.microsoft.com/office/drawing/2014/main" id="{3D2F5D4D-CBDF-42A4-329D-E503CCA812B6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6" name="Google Shape;250;p31">
              <a:extLst>
                <a:ext uri="{FF2B5EF4-FFF2-40B4-BE49-F238E27FC236}">
                  <a16:creationId xmlns:a16="http://schemas.microsoft.com/office/drawing/2014/main" id="{784F2C2D-9D42-EB0C-D5F4-D320E2469080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Key Vocabulary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F4FCED-CBF3-2597-9ABE-B85139692A53}"/>
              </a:ext>
            </a:extLst>
          </p:cNvPr>
          <p:cNvSpPr txBox="1">
            <a:spLocks/>
          </p:cNvSpPr>
          <p:nvPr/>
        </p:nvSpPr>
        <p:spPr>
          <a:xfrm>
            <a:off x="1943099" y="1145429"/>
            <a:ext cx="7026730" cy="500391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mission model: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LEGO models placed on the field, designed to represent a real-world concept or challenge.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 spark: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provide guidance on selection of project problem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innovation project: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identify a problem and develop a solution to solve it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8FD90C-89FF-C2FE-D062-3F9EEFA6EAEE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FD43FDB-21D5-5953-EAFA-943D35C3042B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Open book with solid fill">
              <a:extLst>
                <a:ext uri="{FF2B5EF4-FFF2-40B4-BE49-F238E27FC236}">
                  <a16:creationId xmlns:a16="http://schemas.microsoft.com/office/drawing/2014/main" id="{4B42F1E1-28BB-27EF-4707-C41BD9A7F8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80571" y="1313120"/>
              <a:ext cx="853338" cy="853338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5F7CF37-B520-FC54-1C9C-3638FFAC7D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829" y="1677833"/>
            <a:ext cx="2656114" cy="350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1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04010-138E-E9A2-2080-9DB773E6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1CCBD10-92EB-5ED3-6150-33D57200E017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9" name="Google Shape;248;p31">
              <a:extLst>
                <a:ext uri="{FF2B5EF4-FFF2-40B4-BE49-F238E27FC236}">
                  <a16:creationId xmlns:a16="http://schemas.microsoft.com/office/drawing/2014/main" id="{A7E5BE77-1F3D-FAF3-B6F7-0F50B6B82167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10" name="Google Shape;250;p31">
              <a:extLst>
                <a:ext uri="{FF2B5EF4-FFF2-40B4-BE49-F238E27FC236}">
                  <a16:creationId xmlns:a16="http://schemas.microsoft.com/office/drawing/2014/main" id="{D545434C-F772-5C87-2741-2ED20359FE4F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BE0D4D-5CC3-B3F1-F43D-3820DA02D688}"/>
              </a:ext>
            </a:extLst>
          </p:cNvPr>
          <p:cNvSpPr txBox="1"/>
          <p:nvPr/>
        </p:nvSpPr>
        <p:spPr>
          <a:xfrm>
            <a:off x="587828" y="5294677"/>
            <a:ext cx="516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Pages 7-8 of the Robot Game Rulebook show how to set up the table.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55BCC1-35F4-5342-D87F-CD989D255439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0A4B2FD-AAAC-CC9D-FA3E-9BFB829D31C8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Graphic 4" descr="Cheers outline">
              <a:extLst>
                <a:ext uri="{FF2B5EF4-FFF2-40B4-BE49-F238E27FC236}">
                  <a16:creationId xmlns:a16="http://schemas.microsoft.com/office/drawing/2014/main" id="{B644A1C5-FDB9-E382-CCCD-5351CC0352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08762" y="1240157"/>
              <a:ext cx="996955" cy="996955"/>
            </a:xfrm>
            <a:prstGeom prst="rect">
              <a:avLst/>
            </a:prstGeom>
          </p:spPr>
        </p:pic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157F188-40E9-3883-164C-4B628A4EDDEE}"/>
              </a:ext>
            </a:extLst>
          </p:cNvPr>
          <p:cNvSpPr txBox="1">
            <a:spLocks/>
          </p:cNvSpPr>
          <p:nvPr/>
        </p:nvSpPr>
        <p:spPr>
          <a:xfrm>
            <a:off x="587828" y="3359839"/>
            <a:ext cx="5508172" cy="14859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Place models on the Challenge mat.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3F7B0A-9ECC-9258-1B3E-6B8C01FA3F29}"/>
              </a:ext>
            </a:extLst>
          </p:cNvPr>
          <p:cNvSpPr txBox="1">
            <a:spLocks/>
          </p:cNvSpPr>
          <p:nvPr/>
        </p:nvSpPr>
        <p:spPr>
          <a:xfrm>
            <a:off x="1897482" y="1145429"/>
            <a:ext cx="9682844" cy="14859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 the robot game mission models.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CE029B-34E7-4278-2103-58D2FD8B15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0307" y="1888379"/>
            <a:ext cx="6227273" cy="415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05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9ABA-BAD1-D365-BB1D-FBED3C01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CF8F3C6-8A3C-F768-A67F-00C09359F073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9" name="Google Shape;248;p31">
              <a:extLst>
                <a:ext uri="{FF2B5EF4-FFF2-40B4-BE49-F238E27FC236}">
                  <a16:creationId xmlns:a16="http://schemas.microsoft.com/office/drawing/2014/main" id="{BB7BB050-782A-9955-EBF7-BF9881BB0D18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10" name="Google Shape;250;p31">
              <a:extLst>
                <a:ext uri="{FF2B5EF4-FFF2-40B4-BE49-F238E27FC236}">
                  <a16:creationId xmlns:a16="http://schemas.microsoft.com/office/drawing/2014/main" id="{FD0FD58B-0A94-1E7D-D99D-A5513A4C1FDA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52B8856-8C38-4E2B-37B2-D47BE77AA5A5}"/>
              </a:ext>
            </a:extLst>
          </p:cNvPr>
          <p:cNvSpPr txBox="1">
            <a:spLocks/>
          </p:cNvSpPr>
          <p:nvPr/>
        </p:nvSpPr>
        <p:spPr>
          <a:xfrm>
            <a:off x="1882779" y="1191149"/>
            <a:ext cx="9682844" cy="184023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Explore how the models work. 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Connect them to the Project Sparks.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94C94B-07E6-68D9-A3D3-1DC7B9B3E319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DF44EE3-D342-64F8-8918-D71B4B3E61B4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551"/>
                </a:solidFill>
              </a:endParaRP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185E49D5-283B-7BB1-BAEC-A53901C4FE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94059" y="1191149"/>
              <a:ext cx="1076466" cy="1097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350AA56-821E-DAB5-B3B7-2ED78B092619}"/>
              </a:ext>
            </a:extLst>
          </p:cNvPr>
          <p:cNvSpPr txBox="1"/>
          <p:nvPr/>
        </p:nvSpPr>
        <p:spPr>
          <a:xfrm>
            <a:off x="1882779" y="3644044"/>
            <a:ext cx="4050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 6 of the Engineering Notebook has the Project Sparks.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86E84-497D-C1C0-459A-B209A9CC5F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75851">
            <a:off x="6483254" y="2850326"/>
            <a:ext cx="2200652" cy="288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9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B9BB-337A-66E8-877C-4AE18566A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398C237-54CC-04BE-FBE3-26A6192530D9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9" name="Google Shape;248;p31">
              <a:extLst>
                <a:ext uri="{FF2B5EF4-FFF2-40B4-BE49-F238E27FC236}">
                  <a16:creationId xmlns:a16="http://schemas.microsoft.com/office/drawing/2014/main" id="{E4FC766D-E8D4-92CD-7CB4-8A5CEDC4B0FD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10" name="Google Shape;250;p31">
              <a:extLst>
                <a:ext uri="{FF2B5EF4-FFF2-40B4-BE49-F238E27FC236}">
                  <a16:creationId xmlns:a16="http://schemas.microsoft.com/office/drawing/2014/main" id="{C1ABDB17-5D56-C4E6-1A6A-ACAEBE089FDD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043FB96-3FA5-79B1-83A8-5399B29BF780}"/>
              </a:ext>
            </a:extLst>
          </p:cNvPr>
          <p:cNvSpPr txBox="1">
            <a:spLocks/>
          </p:cNvSpPr>
          <p:nvPr/>
        </p:nvSpPr>
        <p:spPr>
          <a:xfrm>
            <a:off x="1882779" y="1190346"/>
            <a:ext cx="9682844" cy="19810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 page 10 of your Engineering Notebook, write notes about the mission models.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A8415-196D-65F4-7EB5-F44EB573AEB0}"/>
              </a:ext>
            </a:extLst>
          </p:cNvPr>
          <p:cNvSpPr txBox="1"/>
          <p:nvPr/>
        </p:nvSpPr>
        <p:spPr>
          <a:xfrm>
            <a:off x="784869" y="5021323"/>
            <a:ext cx="6195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 6 of the Engineering Notebook has the Project Sparks.</a:t>
            </a:r>
          </a:p>
        </p:txBody>
      </p:sp>
      <p:pic>
        <p:nvPicPr>
          <p:cNvPr id="2" name="Graphic 1" descr="Badge Question Mark with solid fill">
            <a:extLst>
              <a:ext uri="{FF2B5EF4-FFF2-40B4-BE49-F238E27FC236}">
                <a16:creationId xmlns:a16="http://schemas.microsoft.com/office/drawing/2014/main" id="{84D654BD-BE5E-F634-2C69-6D5AAF3EF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008517"/>
            <a:ext cx="1485900" cy="1485900"/>
          </a:xfrm>
          <a:prstGeom prst="rect">
            <a:avLst/>
          </a:prstGeom>
        </p:spPr>
      </p:pic>
      <p:pic>
        <p:nvPicPr>
          <p:cNvPr id="5" name="Picture 4" descr="A cartoon of a child and child&#10;&#10;AI-generated content may be incorrect.">
            <a:extLst>
              <a:ext uri="{FF2B5EF4-FFF2-40B4-BE49-F238E27FC236}">
                <a16:creationId xmlns:a16="http://schemas.microsoft.com/office/drawing/2014/main" id="{135B5703-26FF-E6A9-29AC-8BD483DABA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4851" y="3004044"/>
            <a:ext cx="3722280" cy="32154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3C1A09D-12CC-F523-0601-AC4A36B30EBD}"/>
              </a:ext>
            </a:extLst>
          </p:cNvPr>
          <p:cNvSpPr txBox="1">
            <a:spLocks/>
          </p:cNvSpPr>
          <p:nvPr/>
        </p:nvSpPr>
        <p:spPr>
          <a:xfrm>
            <a:off x="784869" y="3171445"/>
            <a:ext cx="6195051" cy="190226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Answer the reflection questions.</a:t>
            </a:r>
          </a:p>
        </p:txBody>
      </p:sp>
    </p:spTree>
    <p:extLst>
      <p:ext uri="{BB962C8B-B14F-4D97-AF65-F5344CB8AC3E}">
        <p14:creationId xmlns:p14="http://schemas.microsoft.com/office/powerpoint/2010/main" val="266525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2D88-F1D7-EBDD-E6D8-E09A710A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20A7C67-F243-5FFE-E265-46349BB83707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1C48B353-6C8C-E37C-716D-5C7208119DF2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8" name="Google Shape;250;p31">
              <a:extLst>
                <a:ext uri="{FF2B5EF4-FFF2-40B4-BE49-F238E27FC236}">
                  <a16:creationId xmlns:a16="http://schemas.microsoft.com/office/drawing/2014/main" id="{2032C11E-AFB9-6FA6-8788-10BA268D51A1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Reflect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B4A7199-DF59-C861-6CFC-158D81D4FADB}"/>
              </a:ext>
            </a:extLst>
          </p:cNvPr>
          <p:cNvSpPr txBox="1">
            <a:spLocks/>
          </p:cNvSpPr>
          <p:nvPr/>
        </p:nvSpPr>
        <p:spPr>
          <a:xfrm>
            <a:off x="1943100" y="1262058"/>
            <a:ext cx="9791700" cy="486911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do the mission models relate to the Project Sparks? </a:t>
            </a:r>
          </a:p>
          <a:p>
            <a:pPr marL="0" indent="0">
              <a:buNone/>
            </a:pPr>
            <a:r>
              <a:rPr lang="en-US" sz="37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 mission models look interesting  to you? </a:t>
            </a:r>
          </a:p>
          <a:p>
            <a:pPr marL="0" indent="0">
              <a:buNone/>
            </a:pPr>
            <a:r>
              <a:rPr lang="en-US" sz="37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does your team plan to have fun while working on the game and project?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77E9F4-281B-434C-0436-E89014E4FE5D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BD1659B-66EF-0815-2E27-95BA50DDBB87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Thought with solid fill">
              <a:extLst>
                <a:ext uri="{FF2B5EF4-FFF2-40B4-BE49-F238E27FC236}">
                  <a16:creationId xmlns:a16="http://schemas.microsoft.com/office/drawing/2014/main" id="{52C208DA-FC57-63FA-31E6-9CD9688B1C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5889" y="1262058"/>
              <a:ext cx="931281" cy="931281"/>
            </a:xfrm>
            <a:prstGeom prst="rect">
              <a:avLst/>
            </a:prstGeom>
          </p:spPr>
        </p:pic>
      </p:grpSp>
      <p:pic>
        <p:nvPicPr>
          <p:cNvPr id="4" name="Picture 3" descr="A cartoon of a child and a child&#10;&#10;AI-generated content may be incorrect.">
            <a:extLst>
              <a:ext uri="{FF2B5EF4-FFF2-40B4-BE49-F238E27FC236}">
                <a16:creationId xmlns:a16="http://schemas.microsoft.com/office/drawing/2014/main" id="{B6F6FCEC-60AB-A5C5-061E-46EE6F3D2A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7267"/>
          <a:stretch/>
        </p:blipFill>
        <p:spPr>
          <a:xfrm>
            <a:off x="4145544" y="4639367"/>
            <a:ext cx="3900911" cy="15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5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3146-109F-1077-0AA2-9A32E6D80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E533C7-9AA5-63D1-A5A2-0053DAB4850C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2CD8ABA6-F6B4-6B10-747F-D830FA4AC3CB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8" name="Google Shape;250;p31">
              <a:extLst>
                <a:ext uri="{FF2B5EF4-FFF2-40B4-BE49-F238E27FC236}">
                  <a16:creationId xmlns:a16="http://schemas.microsoft.com/office/drawing/2014/main" id="{6FD12720-56DF-47B1-D0E1-39F8D4F70D52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Share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7DBD67-C10A-803D-24AF-51669F454FAF}"/>
              </a:ext>
            </a:extLst>
          </p:cNvPr>
          <p:cNvSpPr txBox="1">
            <a:spLocks/>
          </p:cNvSpPr>
          <p:nvPr/>
        </p:nvSpPr>
        <p:spPr>
          <a:xfrm>
            <a:off x="1943100" y="1007608"/>
            <a:ext cx="9682844" cy="22545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do the mission models connect with the BIOGLOW</a:t>
            </a:r>
            <a:r>
              <a:rPr lang="en-US" sz="4800" b="1" baseline="30000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TM</a:t>
            </a: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theme?</a:t>
            </a:r>
            <a:endParaRPr lang="en-US" sz="4800" b="1" dirty="0">
              <a:solidFill>
                <a:srgbClr val="0660AC"/>
              </a:solidFill>
              <a:highlight>
                <a:srgbClr val="00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6001B8-E250-B612-7E9D-945F4808BDC6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8354F08-EA5F-A715-E534-44FC48AAEBBD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Customer review with solid fill">
              <a:extLst>
                <a:ext uri="{FF2B5EF4-FFF2-40B4-BE49-F238E27FC236}">
                  <a16:creationId xmlns:a16="http://schemas.microsoft.com/office/drawing/2014/main" id="{D42FD170-2BF4-AD7C-7C45-91A3F50BE4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41599" y="1284918"/>
              <a:ext cx="931281" cy="93128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0FFEE17-B51F-DE46-FFD4-39362DA19DB5}"/>
              </a:ext>
            </a:extLst>
          </p:cNvPr>
          <p:cNvGrpSpPr/>
          <p:nvPr/>
        </p:nvGrpSpPr>
        <p:grpSpPr>
          <a:xfrm>
            <a:off x="5974657" y="2858342"/>
            <a:ext cx="5134380" cy="3353297"/>
            <a:chOff x="5974657" y="2858342"/>
            <a:chExt cx="5134380" cy="3353297"/>
          </a:xfrm>
        </p:grpSpPr>
        <p:pic>
          <p:nvPicPr>
            <p:cNvPr id="5" name="Picture 4" descr="A cartoon of a child&#10;&#10;AI-generated content may be incorrect.">
              <a:extLst>
                <a:ext uri="{FF2B5EF4-FFF2-40B4-BE49-F238E27FC236}">
                  <a16:creationId xmlns:a16="http://schemas.microsoft.com/office/drawing/2014/main" id="{B4B920EB-3063-C08B-CF4E-73C24AC43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4657" y="3343564"/>
              <a:ext cx="2121836" cy="2868075"/>
            </a:xfrm>
            <a:prstGeom prst="rect">
              <a:avLst/>
            </a:prstGeom>
          </p:spPr>
        </p:pic>
        <p:pic>
          <p:nvPicPr>
            <p:cNvPr id="7" name="Picture 6" descr="A cartoon of a child wearing glasses&#10;&#10;AI-generated content may be incorrect.">
              <a:extLst>
                <a:ext uri="{FF2B5EF4-FFF2-40B4-BE49-F238E27FC236}">
                  <a16:creationId xmlns:a16="http://schemas.microsoft.com/office/drawing/2014/main" id="{2DCFCFB2-778F-E363-76FB-4EE218DC8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6493" y="2858342"/>
              <a:ext cx="1558637" cy="3353297"/>
            </a:xfrm>
            <a:prstGeom prst="rect">
              <a:avLst/>
            </a:prstGeom>
          </p:spPr>
        </p:pic>
        <p:pic>
          <p:nvPicPr>
            <p:cNvPr id="9" name="Picture 8" descr="Cartoon child with short black hair and yellow shirt&#10;&#10;AI-generated content may be incorrect.">
              <a:extLst>
                <a:ext uri="{FF2B5EF4-FFF2-40B4-BE49-F238E27FC236}">
                  <a16:creationId xmlns:a16="http://schemas.microsoft.com/office/drawing/2014/main" id="{304F50D3-9578-747F-274A-3555D0AF6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74565" y="3303174"/>
              <a:ext cx="1334472" cy="29084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704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FCCC-5B06-399F-A188-506908F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1ECBD0F-E2B5-CE20-487C-9F82C66CC696}"/>
              </a:ext>
            </a:extLst>
          </p:cNvPr>
          <p:cNvSpPr txBox="1">
            <a:spLocks/>
          </p:cNvSpPr>
          <p:nvPr/>
        </p:nvSpPr>
        <p:spPr>
          <a:xfrm>
            <a:off x="7652506" y="2604481"/>
            <a:ext cx="4329651" cy="10931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boto Medium"/>
                <a:ea typeface="Roboto Medium"/>
                <a:cs typeface="Roboto Medium"/>
              </a:rPr>
              <a:t>Clean Up</a:t>
            </a:r>
            <a:endParaRPr lang="en-US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7" name="Picture 6" descr="A toy figurine with a broom&#10;&#10;AI-generated content may be incorrect.">
            <a:extLst>
              <a:ext uri="{FF2B5EF4-FFF2-40B4-BE49-F238E27FC236}">
                <a16:creationId xmlns:a16="http://schemas.microsoft.com/office/drawing/2014/main" id="{1F88CC93-535E-7CCB-BBBE-F836C6AA7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34" y="1757363"/>
            <a:ext cx="50101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49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CF653DF-5BC6-AA81-74CB-E7BE88E0C8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936" y="1344435"/>
            <a:ext cx="5089064" cy="32006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55C3D8-8158-20D9-7BF8-173B070378A4}"/>
              </a:ext>
            </a:extLst>
          </p:cNvPr>
          <p:cNvSpPr txBox="1"/>
          <p:nvPr/>
        </p:nvSpPr>
        <p:spPr>
          <a:xfrm>
            <a:off x="1851973" y="5328193"/>
            <a:ext cx="848805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LEGO, the LEGO logo, the Minifigure, LEGO Education, the LEGO Education logo, and the SPIKE logo are trademarks of the/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sont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des marques de commerce du/son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marcas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registradas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 LEGO Group. ©2026 The LEGO Group. All rights reserved/Tous droits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réservés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/Todos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los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derechos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reservados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.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®, the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logo, and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CANOPY™ are trademarks of For Inspiration and Recognition of Science and Technology 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). LEGO® is a registered trademark of the LEGO Group.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LEGO® League and BIOGLOW™ are jointly held trademarks of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and the LEGO Group. ©2026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and the LEGO Group. All rights reserved.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pic>
        <p:nvPicPr>
          <p:cNvPr id="3" name="Picture 2" descr="A green and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D9CD3993-C33D-0A54-8910-FA3B13F0DE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8831" y="822755"/>
            <a:ext cx="4034995" cy="403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8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3CF456D23424E983FC6A3CFD89728" ma:contentTypeVersion="13" ma:contentTypeDescription="Create a new document." ma:contentTypeScope="" ma:versionID="05868a9f6affae1f3165cb649b767eb4">
  <xsd:schema xmlns:xsd="http://www.w3.org/2001/XMLSchema" xmlns:xs="http://www.w3.org/2001/XMLSchema" xmlns:p="http://schemas.microsoft.com/office/2006/metadata/properties" xmlns:ns2="dc5ac352-bb47-4e5b-b08c-2c11a4c8ba70" xmlns:ns3="4dbcd07c-0eed-4f47-a0fc-743daa0b3a2b" targetNamespace="http://schemas.microsoft.com/office/2006/metadata/properties" ma:root="true" ma:fieldsID="143e7bf8a6439f939fa65a19489a1739" ns2:_="" ns3:_="">
    <xsd:import namespace="dc5ac352-bb47-4e5b-b08c-2c11a4c8ba70"/>
    <xsd:import namespace="4dbcd07c-0eed-4f47-a0fc-743daa0b3a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5ac352-bb47-4e5b-b08c-2c11a4c8ba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da59523-cae3-4a93-ad14-9717a5d9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cd07c-0eed-4f47-a0fc-743daa0b3a2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33c2426-80c4-4bc0-8c42-9b0ed55b1fa4}" ma:internalName="TaxCatchAll" ma:showField="CatchAllData" ma:web="4dbcd07c-0eed-4f47-a0fc-743daa0b3a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bcd07c-0eed-4f47-a0fc-743daa0b3a2b" xsi:nil="true"/>
    <lcf76f155ced4ddcb4097134ff3c332f xmlns="dc5ac352-bb47-4e5b-b08c-2c11a4c8ba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C90E12B-25B8-43B1-9977-563AD448F19E}"/>
</file>

<file path=customXml/itemProps2.xml><?xml version="1.0" encoding="utf-8"?>
<ds:datastoreItem xmlns:ds="http://schemas.openxmlformats.org/officeDocument/2006/customXml" ds:itemID="{7151A670-0DF8-40A2-9C30-9AF459D7E2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C3B65E-86F5-4F12-882B-E72674BBA31A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98a1be8e-ceb0-4d64-90f3-74f22257285b"/>
    <ds:schemaRef ds:uri="65f3190a-2497-4c6e-9c08-e63c17ba8fcf"/>
    <ds:schemaRef ds:uri="http://purl.org/dc/elements/1.1/"/>
    <ds:schemaRef ds:uri="http://purl.org/dc/terms/"/>
    <ds:schemaRef ds:uri="0bfdc619-4bd5-4a26-8e37-4be4446dc23a"/>
    <ds:schemaRef ds:uri="http://purl.org/dc/dcmitype/"/>
    <ds:schemaRef ds:uri="32a440ee-ccdf-4ffb-ba5c-71e25989d2a9"/>
    <ds:schemaRef ds:uri="09a20863-7c96-4a57-95ca-029d1820b2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2814</TotalTime>
  <Words>1072</Words>
  <Application>Microsoft Office PowerPoint</Application>
  <PresentationFormat>Widescreen</PresentationFormat>
  <Paragraphs>97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Helvetica Neue</vt:lpstr>
      <vt:lpstr>Roboto</vt:lpstr>
      <vt:lpstr>Roboto Medium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Tammy Pankey</cp:lastModifiedBy>
  <cp:revision>92</cp:revision>
  <dcterms:created xsi:type="dcterms:W3CDTF">2020-04-21T20:33:01Z</dcterms:created>
  <dcterms:modified xsi:type="dcterms:W3CDTF">2026-05-22T16:48:43Z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0x0101007BA3CF456D23424E983FC6A3CFD89728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lpwstr/>
  </property>
  <property fmtid="{D5CDD505-2E9C-101B-9397-08002B2CF9AE}" pid="9" name="MediaServiceImageTags">
    <vt:lpwstr/>
  </property>
  <property fmtid="{D5CDD505-2E9C-101B-9397-08002B2CF9AE}" pid="10" name="Order">
    <vt:r8>4541300</vt:r8>
  </property>
  <property fmtid="{D5CDD505-2E9C-101B-9397-08002B2CF9AE}" pid="11" name="_SourceUrl">
    <vt:lpwstr/>
  </property>
  <property fmtid="{D5CDD505-2E9C-101B-9397-08002B2CF9AE}" pid="12" name="_SharedFileIndex">
    <vt:lpwstr/>
  </property>
</Properties>
</file>