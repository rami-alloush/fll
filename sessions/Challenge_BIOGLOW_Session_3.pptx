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4"/>
  </p:sldMasterIdLst>
  <p:notesMasterIdLst>
    <p:notesMasterId r:id="rId16"/>
  </p:notesMasterIdLst>
  <p:sldIdLst>
    <p:sldId id="345" r:id="rId5"/>
    <p:sldId id="346" r:id="rId6"/>
    <p:sldId id="347" r:id="rId7"/>
    <p:sldId id="371" r:id="rId8"/>
    <p:sldId id="366" r:id="rId9"/>
    <p:sldId id="355" r:id="rId10"/>
    <p:sldId id="368" r:id="rId11"/>
    <p:sldId id="357" r:id="rId12"/>
    <p:sldId id="356" r:id="rId13"/>
    <p:sldId id="359" r:id="rId14"/>
    <p:sldId id="3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915290-8344-CD5D-185D-98D43C5DE9EE}" name="Kate Sample" initials="KS" userId="S::ksample@firstinspires.org::ad24f2c8-db21-4b10-9534-7a98911ec180" providerId="AD"/>
  <p188:author id="{E97725C9-38CB-DF41-38E4-16BBCD052361}" name="Tammy Pankey" initials="TP" userId="S::tpankey@firstinspires.org::89b84b47-0384-4d66-b56e-dc00ebdb68c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y Morgan" initials="KM" lastIdx="14" clrIdx="0">
    <p:extLst>
      <p:ext uri="{19B8F6BF-5375-455C-9EA6-DF929625EA0E}">
        <p15:presenceInfo xmlns:p15="http://schemas.microsoft.com/office/powerpoint/2012/main" userId="S::kmorgan@firstinspires.org::19752d8f-270a-426b-91ad-1bf5c79275bc" providerId="AD"/>
      </p:ext>
    </p:extLst>
  </p:cmAuthor>
  <p:cmAuthor id="2" name="Tammy Pankey" initials="TP" lastIdx="25" clrIdx="1">
    <p:extLst>
      <p:ext uri="{19B8F6BF-5375-455C-9EA6-DF929625EA0E}">
        <p15:presenceInfo xmlns:p15="http://schemas.microsoft.com/office/powerpoint/2012/main" userId="S::tpankey@firstinspires.org::89b84b47-0384-4d66-b56e-dc00ebdb68cf" providerId="AD"/>
      </p:ext>
    </p:extLst>
  </p:cmAuthor>
  <p:cmAuthor id="3" name="Betsy Daniels" initials="BD" lastIdx="4" clrIdx="2">
    <p:extLst>
      <p:ext uri="{19B8F6BF-5375-455C-9EA6-DF929625EA0E}">
        <p15:presenceInfo xmlns:p15="http://schemas.microsoft.com/office/powerpoint/2012/main" userId="S::bdaniels@firstinspires.org::a44171bd-6c25-4139-ab16-062dbd6de46d" providerId="AD"/>
      </p:ext>
    </p:extLst>
  </p:cmAuthor>
  <p:cmAuthor id="4" name="Libby Simpson" initials="LS" lastIdx="6" clrIdx="3">
    <p:extLst>
      <p:ext uri="{19B8F6BF-5375-455C-9EA6-DF929625EA0E}">
        <p15:presenceInfo xmlns:p15="http://schemas.microsoft.com/office/powerpoint/2012/main" userId="S::lsimpson@firstinspires.org::279f7fcd-fcc6-488a-9740-ffec112d6907" providerId="AD"/>
      </p:ext>
    </p:extLst>
  </p:cmAuthor>
  <p:cmAuthor id="5" name="Marian Murphy" initials="MM" lastIdx="9" clrIdx="4">
    <p:extLst>
      <p:ext uri="{19B8F6BF-5375-455C-9EA6-DF929625EA0E}">
        <p15:presenceInfo xmlns:p15="http://schemas.microsoft.com/office/powerpoint/2012/main" userId="S::mmurphy@firstinspires.org::6ddc4b1b-6521-474c-a22d-2c363c1d366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1C24"/>
    <a:srgbClr val="0660AC"/>
    <a:srgbClr val="00A551"/>
    <a:srgbClr val="0FB7D1"/>
    <a:srgbClr val="FF781D"/>
    <a:srgbClr val="662D91"/>
    <a:srgbClr val="FFFFFF"/>
    <a:srgbClr val="E3F3F6"/>
    <a:srgbClr val="EBF5F8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25200A-2AF8-4D92-8E41-12BB7E578D3E}" v="16" dt="2026-05-21T22:11:09.027"/>
    <p1510:client id="{EDE0C6CD-9B70-4CB6-BD03-4E40DB812C4B}" v="1" dt="2026-05-22T17:04:51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0196" autoAdjust="0"/>
  </p:normalViewPr>
  <p:slideViewPr>
    <p:cSldViewPr snapToGrid="0">
      <p:cViewPr varScale="1">
        <p:scale>
          <a:sx n="71" d="100"/>
          <a:sy n="71" d="100"/>
        </p:scale>
        <p:origin x="1032" y="53"/>
      </p:cViewPr>
      <p:guideLst>
        <p:guide orient="horz" pos="2160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Sample" userId="ad24f2c8-db21-4b10-9534-7a98911ec180" providerId="ADAL" clId="{C9D5FCC2-313F-4ADF-852E-FBEE7C6548C8}"/>
    <pc:docChg chg="custSel addSld delSld modSld">
      <pc:chgData name="Kate Sample" userId="ad24f2c8-db21-4b10-9534-7a98911ec180" providerId="ADAL" clId="{C9D5FCC2-313F-4ADF-852E-FBEE7C6548C8}" dt="2026-05-21T22:49:46.519" v="99" actId="478"/>
      <pc:docMkLst>
        <pc:docMk/>
      </pc:docMkLst>
      <pc:sldChg chg="del">
        <pc:chgData name="Kate Sample" userId="ad24f2c8-db21-4b10-9534-7a98911ec180" providerId="ADAL" clId="{C9D5FCC2-313F-4ADF-852E-FBEE7C6548C8}" dt="2026-05-21T21:58:41.365" v="4" actId="47"/>
        <pc:sldMkLst>
          <pc:docMk/>
          <pc:sldMk cId="1109188424" sldId="294"/>
        </pc:sldMkLst>
      </pc:sldChg>
      <pc:sldChg chg="addSp delSp modSp mod">
        <pc:chgData name="Kate Sample" userId="ad24f2c8-db21-4b10-9534-7a98911ec180" providerId="ADAL" clId="{C9D5FCC2-313F-4ADF-852E-FBEE7C6548C8}" dt="2026-05-21T22:00:48.521" v="8" actId="20577"/>
        <pc:sldMkLst>
          <pc:docMk/>
          <pc:sldMk cId="2890323369" sldId="345"/>
        </pc:sldMkLst>
        <pc:spChg chg="mod">
          <ac:chgData name="Kate Sample" userId="ad24f2c8-db21-4b10-9534-7a98911ec180" providerId="ADAL" clId="{C9D5FCC2-313F-4ADF-852E-FBEE7C6548C8}" dt="2026-05-21T22:00:48.521" v="8" actId="20577"/>
          <ac:spMkLst>
            <pc:docMk/>
            <pc:sldMk cId="2890323369" sldId="345"/>
            <ac:spMk id="4" creationId="{6750C1C8-6386-DDED-19A5-2016D654A326}"/>
          </ac:spMkLst>
        </pc:spChg>
        <pc:picChg chg="add mod">
          <ac:chgData name="Kate Sample" userId="ad24f2c8-db21-4b10-9534-7a98911ec180" providerId="ADAL" clId="{C9D5FCC2-313F-4ADF-852E-FBEE7C6548C8}" dt="2026-05-21T21:58:27.010" v="2"/>
          <ac:picMkLst>
            <pc:docMk/>
            <pc:sldMk cId="2890323369" sldId="345"/>
            <ac:picMk id="2" creationId="{3F9B9E18-9AC2-4042-94B8-C935025F886C}"/>
          </ac:picMkLst>
        </pc:picChg>
        <pc:picChg chg="add mod">
          <ac:chgData name="Kate Sample" userId="ad24f2c8-db21-4b10-9534-7a98911ec180" providerId="ADAL" clId="{C9D5FCC2-313F-4ADF-852E-FBEE7C6548C8}" dt="2026-05-21T21:58:27.010" v="2"/>
          <ac:picMkLst>
            <pc:docMk/>
            <pc:sldMk cId="2890323369" sldId="345"/>
            <ac:picMk id="5" creationId="{835E69DF-BB06-E872-EB2E-4D47D39F0DBB}"/>
          </ac:picMkLst>
        </pc:picChg>
        <pc:picChg chg="del">
          <ac:chgData name="Kate Sample" userId="ad24f2c8-db21-4b10-9534-7a98911ec180" providerId="ADAL" clId="{C9D5FCC2-313F-4ADF-852E-FBEE7C6548C8}" dt="2026-05-21T21:58:17.615" v="0" actId="478"/>
          <ac:picMkLst>
            <pc:docMk/>
            <pc:sldMk cId="2890323369" sldId="345"/>
            <ac:picMk id="1026" creationId="{DDA63D0B-B4FA-47D6-90BF-8720DA8813F0}"/>
          </ac:picMkLst>
        </pc:picChg>
        <pc:picChg chg="del">
          <ac:chgData name="Kate Sample" userId="ad24f2c8-db21-4b10-9534-7a98911ec180" providerId="ADAL" clId="{C9D5FCC2-313F-4ADF-852E-FBEE7C6548C8}" dt="2026-05-21T21:58:18.301" v="1" actId="478"/>
          <ac:picMkLst>
            <pc:docMk/>
            <pc:sldMk cId="2890323369" sldId="345"/>
            <ac:picMk id="1027" creationId="{C823F484-6DA0-2D29-88D1-8E8A79D65AFD}"/>
          </ac:picMkLst>
        </pc:picChg>
      </pc:sldChg>
      <pc:sldChg chg="delSp mod">
        <pc:chgData name="Kate Sample" userId="ad24f2c8-db21-4b10-9534-7a98911ec180" providerId="ADAL" clId="{C9D5FCC2-313F-4ADF-852E-FBEE7C6548C8}" dt="2026-05-21T22:49:46.519" v="99" actId="478"/>
        <pc:sldMkLst>
          <pc:docMk/>
          <pc:sldMk cId="3881510030" sldId="347"/>
        </pc:sldMkLst>
        <pc:picChg chg="del">
          <ac:chgData name="Kate Sample" userId="ad24f2c8-db21-4b10-9534-7a98911ec180" providerId="ADAL" clId="{C9D5FCC2-313F-4ADF-852E-FBEE7C6548C8}" dt="2026-05-21T22:49:46.519" v="99" actId="478"/>
          <ac:picMkLst>
            <pc:docMk/>
            <pc:sldMk cId="3881510030" sldId="347"/>
            <ac:picMk id="2" creationId="{500FC756-77DF-C6A6-A0D4-1645E7F93BE2}"/>
          </ac:picMkLst>
        </pc:picChg>
      </pc:sldChg>
      <pc:sldChg chg="modSp mod">
        <pc:chgData name="Kate Sample" userId="ad24f2c8-db21-4b10-9534-7a98911ec180" providerId="ADAL" clId="{C9D5FCC2-313F-4ADF-852E-FBEE7C6548C8}" dt="2026-05-21T22:12:20.993" v="96" actId="5793"/>
        <pc:sldMkLst>
          <pc:docMk/>
          <pc:sldMk cId="1393850421" sldId="357"/>
        </pc:sldMkLst>
        <pc:spChg chg="mod">
          <ac:chgData name="Kate Sample" userId="ad24f2c8-db21-4b10-9534-7a98911ec180" providerId="ADAL" clId="{C9D5FCC2-313F-4ADF-852E-FBEE7C6548C8}" dt="2026-05-21T22:12:20.993" v="96" actId="5793"/>
          <ac:spMkLst>
            <pc:docMk/>
            <pc:sldMk cId="1393850421" sldId="357"/>
            <ac:spMk id="11" creationId="{BB4A7199-DF59-C861-6CFC-158D81D4FADB}"/>
          </ac:spMkLst>
        </pc:spChg>
      </pc:sldChg>
      <pc:sldChg chg="add">
        <pc:chgData name="Kate Sample" userId="ad24f2c8-db21-4b10-9534-7a98911ec180" providerId="ADAL" clId="{C9D5FCC2-313F-4ADF-852E-FBEE7C6548C8}" dt="2026-05-21T21:58:38.019" v="3"/>
        <pc:sldMkLst>
          <pc:docMk/>
          <pc:sldMk cId="4203380145" sldId="365"/>
        </pc:sldMkLst>
      </pc:sldChg>
      <pc:sldChg chg="addSp delSp modSp mod modNotesTx">
        <pc:chgData name="Kate Sample" userId="ad24f2c8-db21-4b10-9534-7a98911ec180" providerId="ADAL" clId="{C9D5FCC2-313F-4ADF-852E-FBEE7C6548C8}" dt="2026-05-21T22:10:13.289" v="89" actId="20577"/>
        <pc:sldMkLst>
          <pc:docMk/>
          <pc:sldMk cId="373533510" sldId="366"/>
        </pc:sldMkLst>
        <pc:spChg chg="mod">
          <ac:chgData name="Kate Sample" userId="ad24f2c8-db21-4b10-9534-7a98911ec180" providerId="ADAL" clId="{C9D5FCC2-313F-4ADF-852E-FBEE7C6548C8}" dt="2026-05-21T22:08:46.496" v="55" actId="1076"/>
          <ac:spMkLst>
            <pc:docMk/>
            <pc:sldMk cId="373533510" sldId="366"/>
            <ac:spMk id="11" creationId="{10FC610D-E847-34EA-05B8-A5A655AAA853}"/>
          </ac:spMkLst>
        </pc:spChg>
        <pc:spChg chg="mod">
          <ac:chgData name="Kate Sample" userId="ad24f2c8-db21-4b10-9534-7a98911ec180" providerId="ADAL" clId="{C9D5FCC2-313F-4ADF-852E-FBEE7C6548C8}" dt="2026-05-21T22:08:38.609" v="52"/>
          <ac:spMkLst>
            <pc:docMk/>
            <pc:sldMk cId="373533510" sldId="366"/>
            <ac:spMk id="16" creationId="{50C60A84-2DBC-B6A8-601C-AF21D9F1955F}"/>
          </ac:spMkLst>
        </pc:spChg>
        <pc:spChg chg="add mod">
          <ac:chgData name="Kate Sample" userId="ad24f2c8-db21-4b10-9534-7a98911ec180" providerId="ADAL" clId="{C9D5FCC2-313F-4ADF-852E-FBEE7C6548C8}" dt="2026-05-21T22:08:41.074" v="53" actId="1076"/>
          <ac:spMkLst>
            <pc:docMk/>
            <pc:sldMk cId="373533510" sldId="366"/>
            <ac:spMk id="17" creationId="{94CE14E2-2FC2-3AC7-99F1-10F8E5EF957E}"/>
          </ac:spMkLst>
        </pc:spChg>
        <pc:grpChg chg="add mod">
          <ac:chgData name="Kate Sample" userId="ad24f2c8-db21-4b10-9534-7a98911ec180" providerId="ADAL" clId="{C9D5FCC2-313F-4ADF-852E-FBEE7C6548C8}" dt="2026-05-21T22:08:41.074" v="53" actId="1076"/>
          <ac:grpSpMkLst>
            <pc:docMk/>
            <pc:sldMk cId="373533510" sldId="366"/>
            <ac:grpSpMk id="4" creationId="{80A41D24-8C9D-E73A-5E49-FADF06154A90}"/>
          </ac:grpSpMkLst>
        </pc:grpChg>
        <pc:grpChg chg="del">
          <ac:chgData name="Kate Sample" userId="ad24f2c8-db21-4b10-9534-7a98911ec180" providerId="ADAL" clId="{C9D5FCC2-313F-4ADF-852E-FBEE7C6548C8}" dt="2026-05-21T22:05:08.781" v="10" actId="478"/>
          <ac:grpSpMkLst>
            <pc:docMk/>
            <pc:sldMk cId="373533510" sldId="366"/>
            <ac:grpSpMk id="7" creationId="{667EA018-EF58-3DDA-15F6-0225628AD960}"/>
          </ac:grpSpMkLst>
        </pc:grpChg>
        <pc:picChg chg="mod">
          <ac:chgData name="Kate Sample" userId="ad24f2c8-db21-4b10-9534-7a98911ec180" providerId="ADAL" clId="{C9D5FCC2-313F-4ADF-852E-FBEE7C6548C8}" dt="2026-05-21T22:08:38.609" v="52"/>
          <ac:picMkLst>
            <pc:docMk/>
            <pc:sldMk cId="373533510" sldId="366"/>
            <ac:picMk id="9" creationId="{EDB48B64-6225-A030-C6F8-E80E85CE8CAB}"/>
          </ac:picMkLst>
        </pc:picChg>
      </pc:sldChg>
      <pc:sldChg chg="addSp delSp modSp mod">
        <pc:chgData name="Kate Sample" userId="ad24f2c8-db21-4b10-9534-7a98911ec180" providerId="ADAL" clId="{C9D5FCC2-313F-4ADF-852E-FBEE7C6548C8}" dt="2026-05-21T22:11:42.229" v="93" actId="14100"/>
        <pc:sldMkLst>
          <pc:docMk/>
          <pc:sldMk cId="1669780500" sldId="368"/>
        </pc:sldMkLst>
        <pc:picChg chg="add mod">
          <ac:chgData name="Kate Sample" userId="ad24f2c8-db21-4b10-9534-7a98911ec180" providerId="ADAL" clId="{C9D5FCC2-313F-4ADF-852E-FBEE7C6548C8}" dt="2026-05-21T22:11:42.229" v="93" actId="14100"/>
          <ac:picMkLst>
            <pc:docMk/>
            <pc:sldMk cId="1669780500" sldId="368"/>
            <ac:picMk id="4" creationId="{F19AE5C2-5695-93C7-D25C-CF69BD5F62FF}"/>
          </ac:picMkLst>
        </pc:picChg>
        <pc:picChg chg="del">
          <ac:chgData name="Kate Sample" userId="ad24f2c8-db21-4b10-9534-7a98911ec180" providerId="ADAL" clId="{C9D5FCC2-313F-4ADF-852E-FBEE7C6548C8}" dt="2026-05-21T22:10:58.407" v="90" actId="478"/>
          <ac:picMkLst>
            <pc:docMk/>
            <pc:sldMk cId="1669780500" sldId="368"/>
            <ac:picMk id="5" creationId="{0C58D1E7-872E-D26B-BC38-97904B5593E1}"/>
          </ac:picMkLst>
        </pc:picChg>
      </pc:sldChg>
      <pc:sldChg chg="addSp delSp modSp mod modNotesTx">
        <pc:chgData name="Kate Sample" userId="ad24f2c8-db21-4b10-9534-7a98911ec180" providerId="ADAL" clId="{C9D5FCC2-313F-4ADF-852E-FBEE7C6548C8}" dt="2026-05-21T22:12:51.070" v="98" actId="14100"/>
        <pc:sldMkLst>
          <pc:docMk/>
          <pc:sldMk cId="1370320588" sldId="371"/>
        </pc:sldMkLst>
        <pc:spChg chg="mod">
          <ac:chgData name="Kate Sample" userId="ad24f2c8-db21-4b10-9534-7a98911ec180" providerId="ADAL" clId="{C9D5FCC2-313F-4ADF-852E-FBEE7C6548C8}" dt="2026-05-21T22:12:51.070" v="98" actId="14100"/>
          <ac:spMkLst>
            <pc:docMk/>
            <pc:sldMk cId="1370320588" sldId="371"/>
            <ac:spMk id="2" creationId="{1C4E7809-88BA-51E8-23CF-5E38B0E32196}"/>
          </ac:spMkLst>
        </pc:spChg>
        <pc:spChg chg="mod">
          <ac:chgData name="Kate Sample" userId="ad24f2c8-db21-4b10-9534-7a98911ec180" providerId="ADAL" clId="{C9D5FCC2-313F-4ADF-852E-FBEE7C6548C8}" dt="2026-05-21T22:06:05.834" v="20" actId="1076"/>
          <ac:spMkLst>
            <pc:docMk/>
            <pc:sldMk cId="1370320588" sldId="371"/>
            <ac:spMk id="3" creationId="{3949FFF1-6E4A-1E02-CB89-FC93C7B928C7}"/>
          </ac:spMkLst>
        </pc:spChg>
        <pc:spChg chg="topLvl">
          <ac:chgData name="Kate Sample" userId="ad24f2c8-db21-4b10-9534-7a98911ec180" providerId="ADAL" clId="{C9D5FCC2-313F-4ADF-852E-FBEE7C6548C8}" dt="2026-05-21T22:05:04.186" v="9" actId="478"/>
          <ac:spMkLst>
            <pc:docMk/>
            <pc:sldMk cId="1370320588" sldId="371"/>
            <ac:spMk id="12" creationId="{6D89AAAB-4635-A915-0447-0684BA78043C}"/>
          </ac:spMkLst>
        </pc:spChg>
        <pc:spChg chg="mod">
          <ac:chgData name="Kate Sample" userId="ad24f2c8-db21-4b10-9534-7a98911ec180" providerId="ADAL" clId="{C9D5FCC2-313F-4ADF-852E-FBEE7C6548C8}" dt="2026-05-21T22:05:56.835" v="18" actId="14100"/>
          <ac:spMkLst>
            <pc:docMk/>
            <pc:sldMk cId="1370320588" sldId="371"/>
            <ac:spMk id="13" creationId="{12E264A9-D5E7-A617-2FD9-022E6489DE19}"/>
          </ac:spMkLst>
        </pc:spChg>
        <pc:spChg chg="mod">
          <ac:chgData name="Kate Sample" userId="ad24f2c8-db21-4b10-9534-7a98911ec180" providerId="ADAL" clId="{C9D5FCC2-313F-4ADF-852E-FBEE7C6548C8}" dt="2026-05-21T22:05:25.034" v="11"/>
          <ac:spMkLst>
            <pc:docMk/>
            <pc:sldMk cId="1370320588" sldId="371"/>
            <ac:spMk id="16" creationId="{50C60A84-2DBC-B6A8-601C-AF21D9F1955F}"/>
          </ac:spMkLst>
        </pc:spChg>
        <pc:spChg chg="add del mod">
          <ac:chgData name="Kate Sample" userId="ad24f2c8-db21-4b10-9534-7a98911ec180" providerId="ADAL" clId="{C9D5FCC2-313F-4ADF-852E-FBEE7C6548C8}" dt="2026-05-21T22:08:36.963" v="51" actId="21"/>
          <ac:spMkLst>
            <pc:docMk/>
            <pc:sldMk cId="1370320588" sldId="371"/>
            <ac:spMk id="17" creationId="{94CE14E2-2FC2-3AC7-99F1-10F8E5EF957E}"/>
          </ac:spMkLst>
        </pc:spChg>
        <pc:grpChg chg="del">
          <ac:chgData name="Kate Sample" userId="ad24f2c8-db21-4b10-9534-7a98911ec180" providerId="ADAL" clId="{C9D5FCC2-313F-4ADF-852E-FBEE7C6548C8}" dt="2026-05-21T22:05:04.186" v="9" actId="478"/>
          <ac:grpSpMkLst>
            <pc:docMk/>
            <pc:sldMk cId="1370320588" sldId="371"/>
            <ac:grpSpMk id="4" creationId="{372EA2E5-77FC-CB35-464D-9692387801F3}"/>
          </ac:grpSpMkLst>
        </pc:grpChg>
        <pc:grpChg chg="add del mod">
          <ac:chgData name="Kate Sample" userId="ad24f2c8-db21-4b10-9534-7a98911ec180" providerId="ADAL" clId="{C9D5FCC2-313F-4ADF-852E-FBEE7C6548C8}" dt="2026-05-21T22:08:36.963" v="51" actId="21"/>
          <ac:grpSpMkLst>
            <pc:docMk/>
            <pc:sldMk cId="1370320588" sldId="371"/>
            <ac:grpSpMk id="14" creationId="{80A41D24-8C9D-E73A-5E49-FADF06154A90}"/>
          </ac:grpSpMkLst>
        </pc:grpChg>
        <pc:picChg chg="del topLvl">
          <ac:chgData name="Kate Sample" userId="ad24f2c8-db21-4b10-9534-7a98911ec180" providerId="ADAL" clId="{C9D5FCC2-313F-4ADF-852E-FBEE7C6548C8}" dt="2026-05-21T22:05:04.186" v="9" actId="478"/>
          <ac:picMkLst>
            <pc:docMk/>
            <pc:sldMk cId="1370320588" sldId="371"/>
            <ac:picMk id="10" creationId="{06416224-79EE-7A9A-CEC0-0F7021595ECD}"/>
          </ac:picMkLst>
        </pc:picChg>
        <pc:picChg chg="mod">
          <ac:chgData name="Kate Sample" userId="ad24f2c8-db21-4b10-9534-7a98911ec180" providerId="ADAL" clId="{C9D5FCC2-313F-4ADF-852E-FBEE7C6548C8}" dt="2026-05-21T22:05:25.034" v="11"/>
          <ac:picMkLst>
            <pc:docMk/>
            <pc:sldMk cId="1370320588" sldId="371"/>
            <ac:picMk id="15" creationId="{EDB48B64-6225-A030-C6F8-E80E85CE8CA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3F5F3-06B3-EE47-BF43-708E2593BF64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B8CF6-C2C2-924C-96EF-0C0C9E05FE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01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B9991-E4AF-6078-0DC6-FF59A013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27EBD-082C-91A7-82C5-657E74806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3831C-0D4E-96FB-F378-AC328F196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E8D4B-9796-01CF-B93A-20E3E4971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7B8CF6-C2C2-924C-96EF-0C0C9E05FE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722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CE49D-5553-0DBB-0BF8-64444079B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F88F2-C0A6-7CFA-E6E4-7B9D5209F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103EF-C1A0-3E61-8EEF-561510BCA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b="1" i="0" u="none" strike="noStrike" dirty="0">
                <a:solidFill>
                  <a:srgbClr val="662D91"/>
                </a:solidFill>
                <a:effectLst/>
                <a:latin typeface="Helvetica Neue"/>
              </a:rPr>
              <a:t>Discuss with students the coding and building skills they learned last session and ask them what innovation project ideas interest them.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Helvetica Neue"/>
              </a:rPr>
              <a:t>​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​</a:t>
            </a:r>
            <a:endParaRPr lang="en-US" b="0" i="0" dirty="0">
              <a:solidFill>
                <a:srgbClr val="444444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4329F-FEF6-FFF8-66E6-F1A710536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247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AE63-EAF5-5DC0-BD9D-561157084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8F350-F575-A504-5C04-32AB6415B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DF365-6CA7-1651-636F-D25B35575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i="0" u="sng" strike="noStrike" kern="1200" dirty="0">
                <a:solidFill>
                  <a:srgbClr val="0563C1"/>
                </a:solidFill>
                <a:effectLst/>
                <a:latin typeface="Calibri" panose="020F0502020204030204" pitchFamily="34" charset="0"/>
                <a:cs typeface="Calibri"/>
              </a:rPr>
              <a:t>Session specific vocab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5ACC9-40FF-A0EC-8818-E4B1B4D12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945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59B67-DA09-E0AE-5389-A07956D25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CEDED-0761-A2BD-4557-15C0709F2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ADBF5-D438-20B5-D41B-7BB4F8D35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z="1200" b="1" i="0" u="none" strike="noStrike" baseline="0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Introduction: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Review the innovation project information on page 5 and the Project Sparks on page 6.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Pick a Project Spark or one of your own ideas and think of the problem your team will explore.</a:t>
            </a:r>
          </a:p>
          <a:p>
            <a:pPr marL="0" indent="0" algn="l" rtl="0" fontAlgn="base">
              <a:buFont typeface="Arial" panose="020B0604020202020204" pitchFamily="34" charset="0"/>
              <a:buNone/>
            </a:pPr>
            <a:endParaRPr lang="en-US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fontAlgn="base">
              <a:buFont typeface="Arial" panose="020B0604020202020204" pitchFamily="34" charset="0"/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Tips:</a:t>
            </a:r>
            <a:endParaRPr lang="en-US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If your team has already agreed on the focus of their project, encourage them to start researching.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You can  find helpful links on the  Season Resources page.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While the team might not choose every member’s preferred problem, they  should choose something everyone supports.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team will write their problem statement on the Innovation Project Planning page.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Remember, teams can choose one of the problems from the Project Sparks.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Encourage the team to use their Engineering Notebooks and to take notes when researching their ideas.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Have the team think about  how to use the attachment from the robot lesson to complete missions.</a:t>
            </a:r>
            <a:endParaRPr lang="en-US" b="0" i="0" dirty="0">
              <a:solidFill>
                <a:srgbClr val="444444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2CBA0-4829-4A8C-F824-CBC122BC0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182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A8F32-685E-4B1B-F4A5-1E496046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86FF2-B767-D6B9-992D-7E95A3B08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917ED-151A-0AC9-AC79-74A5F9581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Tasks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Record your team’s problem statement on page 29.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Open the SPIKE™ app. Find your lesson.</a:t>
            </a:r>
          </a:p>
          <a:p>
            <a:pPr marL="742950" lvl="1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Competition Ready Unit Training Camp 2: Playing with Objects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Talk about the skills you learned in this lesson and how they will help you in the robot game.  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Try it out! See if you can code your robot to attempt a mission.	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Discuss the reflection questions and record your progress.</a:t>
            </a:r>
            <a:endParaRPr lang="en-US" sz="2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buNone/>
            </a:pPr>
            <a:endParaRPr lang="en-US" sz="2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If your team has already agreed on the focus of their project, encourage them to start researching.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You can  find helpful links on the  Season Resources page.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While the team might not choose every member’s preferred problem, they  should choose something everyone supports.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team will write their problem statement on the Innovation Project Planning page.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Remember, teams can choose one of the problems from the Project Sparks.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Encourage the team to use their Engineering Notebooks and to take notes when researching their ideas.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Have the team think about  how to use the attachment from the robot lesson to complete missions.</a:t>
            </a:r>
            <a:endParaRPr lang="en-US" sz="1800" b="0" i="0" dirty="0">
              <a:solidFill>
                <a:srgbClr val="444444"/>
              </a:solidFill>
              <a:effectLst/>
              <a:latin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endParaRPr lang="en-US" sz="12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42637-7274-1998-EEC3-524DD4F5A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096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8EF91-DCAE-7221-3140-98B111EB5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21226-F7EB-D697-2B9C-8CB57D076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72EB8-A3D4-2E7A-59F3-B5EFB9BE5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Tasks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Record your team’s problem statement on page 29.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Open the SPIKE™ app. Find your lesson.</a:t>
            </a:r>
          </a:p>
          <a:p>
            <a:pPr marL="742950" lvl="1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Competition Ready Unit Training Camp 2: Playing with Objects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Talk about the skills you learned in this lesson and how they will help you in the robot game.  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Try it out! See if you can code your robot to attempt a mission.	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Discuss the reflection questions and record your progress.</a:t>
            </a:r>
            <a:endParaRPr lang="en-US" sz="2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buNone/>
            </a:pPr>
            <a:endParaRPr lang="en-US" sz="2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If your team has already agreed on the focus of their project, encourage them to start researching.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You can  find helpful links on the  Season Resources page.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While the team might not choose every member’s preferred problem, they  should choose something everyone supports.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team will write their problem statement on the Innovation Project Planning page.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Remember, teams can choose one of the problems from the Project Sparks.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Encourage the team to use their Engineering Notebooks and to take notes when researching their ideas.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Have the team think about  how to use the attachment from the robot lesson to complete missions.</a:t>
            </a:r>
            <a:endParaRPr lang="en-US" sz="1800" b="0" i="0" dirty="0">
              <a:solidFill>
                <a:srgbClr val="444444"/>
              </a:solidFill>
              <a:effectLst/>
              <a:latin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endParaRPr lang="en-US" sz="12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462A2-015F-9042-E817-700748727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115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A79A0-6943-9DB5-59E3-DD95E078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16FB9-E39B-0A6E-414A-67B17095F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C332C-0EB2-8480-C7AC-C905994A8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Tasks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Record your team’s problem statement on page 29.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Open the SPIKE™ app. Find your lesson.</a:t>
            </a:r>
          </a:p>
          <a:p>
            <a:pPr marL="742950" lvl="1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Competition Ready Unit Training Camp 2: Playing with Objects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Talk about the skills you learned in this lesson and how they will help you in the robot game.  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Try it out! See if you can code your robot to attempt a mission.	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Discuss the reflection questions and record your progress.</a:t>
            </a:r>
            <a:endParaRPr lang="en-US" sz="2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buNone/>
            </a:pPr>
            <a:endParaRPr lang="en-US" sz="2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If your team has already agreed on the focus of their project, encourage them to start researching.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You can  find helpful links on the  Season Resources page.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While the team might not choose every member’s preferred problem, they  should choose something everyone supports.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team will write their problem statement on the Innovation Project Planning page.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Remember, teams can choose one of the problems from the Project Sparks.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Encourage the team to use their Engineering Notebooks and to take notes when researching their ideas. 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Have the team think about  how to use the attachment from the robot lesson to complete missions.</a:t>
            </a:r>
            <a:endParaRPr lang="en-US" sz="1800" b="0" i="0" dirty="0">
              <a:solidFill>
                <a:srgbClr val="444444"/>
              </a:solidFill>
              <a:effectLst/>
              <a:latin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endParaRPr lang="en-US" sz="12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EEDE2-2EC3-1E79-31DB-0EB4FB64D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590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984FB-F5A2-7B77-FDD5-764C597B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A2B1C-6D8B-6BF0-2203-981C190B0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A724B-318B-503C-3F6C-382CA5E5A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lang="en-US" sz="1200" b="1" dirty="0">
                <a:latin typeface="Arial"/>
                <a:cs typeface="Arial"/>
              </a:rPr>
              <a:t>Session Tips:</a:t>
            </a:r>
            <a:br>
              <a:rPr lang="en-US" sz="1200">
                <a:latin typeface="Arial"/>
                <a:cs typeface="Arial"/>
              </a:rPr>
            </a:br>
            <a:r>
              <a:rPr lang="en-US" sz="1200">
                <a:latin typeface="Arial"/>
                <a:cs typeface="Arial"/>
              </a:rPr>
              <a:t>Have the team think about how to use the attachment from the robot lesson to complete missions. 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00FCF-2DB8-A20B-87F2-85EFBD0AE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17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18847-407D-7CB5-B4B2-09116F1C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42B29-4235-CD0C-E6EC-3DC6816B0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3AEBA-7F7D-1720-0938-FD856D841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Share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1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Discuss the reflection questions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Get together at the mat. Share the robot skills you learned in this session.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Clean up your space.</a:t>
            </a:r>
            <a:endParaRPr lang="en-US" sz="12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None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algn="l" rtl="0" fontAlgn="base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</a:t>
            </a:r>
            <a:r>
              <a:rPr lang="en-US" sz="1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Have the team practice their new skills by trying to drive the robot to a model and return to home..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AB238-2D3A-EFDF-6429-7B6EBF080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315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B9991-E4AF-6078-0DC6-FF59A013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27EBD-082C-91A7-82C5-657E74806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3831C-0D4E-96FB-F378-AC328F196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E8D4B-9796-01CF-B93A-20E3E4971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7B8CF6-C2C2-924C-96EF-0C0C9E05FE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722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18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5">
            <a:extLst>
              <a:ext uri="{FF2B5EF4-FFF2-40B4-BE49-F238E27FC236}">
                <a16:creationId xmlns:a16="http://schemas.microsoft.com/office/drawing/2014/main" id="{2C506078-981B-C36E-38B0-C317795DF093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662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92D80-8E73-084A-8CE9-E8CB454098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169" y="5770277"/>
            <a:ext cx="1474423" cy="822486"/>
          </a:xfrm>
          <a:prstGeom prst="rect">
            <a:avLst/>
          </a:prstGeom>
        </p:spPr>
      </p:pic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29141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  <p:sp>
        <p:nvSpPr>
          <p:cNvPr id="2" name="Freeform 25">
            <a:extLst>
              <a:ext uri="{FF2B5EF4-FFF2-40B4-BE49-F238E27FC236}">
                <a16:creationId xmlns:a16="http://schemas.microsoft.com/office/drawing/2014/main" id="{6C4CB6AA-61AA-29B9-80C3-A087545006DD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EE1B310-7B31-E616-63F3-279475E7DC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412" y="5625594"/>
            <a:ext cx="1708714" cy="108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  <p:sp>
        <p:nvSpPr>
          <p:cNvPr id="2" name="Freeform 25">
            <a:extLst>
              <a:ext uri="{FF2B5EF4-FFF2-40B4-BE49-F238E27FC236}">
                <a16:creationId xmlns:a16="http://schemas.microsoft.com/office/drawing/2014/main" id="{BC9E9A16-2F1B-8AA1-720D-1F1AE67CC99A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EC20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EF3794-6BA9-344C-32D2-2BF2148C53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665" y="5751186"/>
            <a:ext cx="1492587" cy="82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09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LL Discover Content" preserve="1" userDrawn="1">
  <p:cSld name="1_FLL Discover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B82D9DE-2740-819F-E76F-17D113E912E9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6186951-BF0C-7FE7-7CFE-A6922674541E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E0C31D-043F-BD44-E0C7-B147B288075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7BDD4FC-A7F2-3ADA-2243-317C2BCCD4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62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736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8F847E-9AAB-ECE2-80B7-E876D73388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5357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FEF7DE-529B-E888-9159-23BD825A63B4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8EE99A-C270-699C-33D1-09B4BAC8BFDD}"/>
              </a:ext>
            </a:extLst>
          </p:cNvPr>
          <p:cNvSpPr txBox="1">
            <a:spLocks/>
          </p:cNvSpPr>
          <p:nvPr userDrawn="1"/>
        </p:nvSpPr>
        <p:spPr>
          <a:xfrm>
            <a:off x="457200" y="274320"/>
            <a:ext cx="8489472" cy="5619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EDACD85-C922-31E0-9F28-CE25A66FC871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C72308-8A44-0676-2954-0B4375E58CE4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9A0B43-B2EF-C195-CDD9-6A77A721FBF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B5672F8-B1C4-94C7-AB1E-F048911B2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9FCB25-5EF0-0C40-9C84-0963F39E96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877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LL Disc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E4FE93-3824-C353-75D1-BE8A51D141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3AFC37-A9B5-ADF5-113A-558E73C40A11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D182642-0552-63C3-D341-FFA74C7F96E7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B150B34-2FE2-079B-E924-A224CAA99CCA}"/>
              </a:ext>
            </a:extLst>
          </p:cNvPr>
          <p:cNvSpPr txBox="1">
            <a:spLocks/>
          </p:cNvSpPr>
          <p:nvPr userDrawn="1"/>
        </p:nvSpPr>
        <p:spPr>
          <a:xfrm>
            <a:off x="457200" y="274320"/>
            <a:ext cx="8489472" cy="5619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441A197-04F8-C22E-F70F-45B723643857}"/>
              </a:ext>
            </a:extLst>
          </p:cNvPr>
          <p:cNvSpPr txBox="1">
            <a:spLocks/>
          </p:cNvSpPr>
          <p:nvPr userDrawn="1"/>
        </p:nvSpPr>
        <p:spPr>
          <a:xfrm>
            <a:off x="457200" y="1097280"/>
            <a:ext cx="11213432" cy="50037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0" i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 indent="0" algn="l" defTabSz="228600" rtl="0" eaLnBrk="1" fontAlgn="t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i="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71450" indent="-1619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lang="en-US" sz="16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4290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sz="14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9525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None/>
              <a:tabLst/>
              <a:defRPr sz="1800" b="0" i="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1B329C19-C97C-455C-B7CC-0072A7B9464C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9793F3E-0787-DF82-755E-13D498371AB6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FB7ED85-0F56-7A1C-70B5-E63A2354EF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20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E8F024-C2DA-BFBD-1BC0-3D7EAB5411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9130868" y="48577"/>
            <a:ext cx="2975166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0361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LL Disc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E4FE93-3824-C353-75D1-BE8A51D141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3AFC37-A9B5-ADF5-113A-558E73C40A11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D182642-0552-63C3-D341-FFA74C7F96E7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1B329C19-C97C-455C-B7CC-0072A7B9464C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9793F3E-0787-DF82-755E-13D498371AB6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9E96B0-3893-C4D5-2623-BFB426E923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9130868" y="48577"/>
            <a:ext cx="2975166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24E64F-860F-4C17-6103-E355070951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" r="19"/>
          <a:stretch/>
        </p:blipFill>
        <p:spPr>
          <a:xfrm>
            <a:off x="8833525" y="48577"/>
            <a:ext cx="3272151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4341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FEF7DE-529B-E888-9159-23BD825A63B4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EDACD85-C922-31E0-9F28-CE25A66FC871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C72308-8A44-0676-2954-0B4375E58CE4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9A0B43-B2EF-C195-CDD9-6A77A721FBF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B5672F8-B1C4-94C7-AB1E-F048911B2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639225-EA9E-1D9D-6218-39369C41C8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" r="19"/>
          <a:stretch/>
        </p:blipFill>
        <p:spPr>
          <a:xfrm>
            <a:off x="8833525" y="48577"/>
            <a:ext cx="3272151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47915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EB161-7E7A-5042-BCF6-95F27F8C571E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052E6-E16C-A04B-8192-1DB31D569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7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jpg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tiff"/><Relationship Id="rId4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1FCCC-5B06-399F-A188-506908FB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83D69124-12DE-626F-C834-1BA7D69B9408}"/>
              </a:ext>
            </a:extLst>
          </p:cNvPr>
          <p:cNvSpPr txBox="1">
            <a:spLocks/>
          </p:cNvSpPr>
          <p:nvPr/>
        </p:nvSpPr>
        <p:spPr>
          <a:xfrm>
            <a:off x="326169" y="341369"/>
            <a:ext cx="4509782" cy="14074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4800" spc="250" dirty="0">
                <a:solidFill>
                  <a:srgbClr val="ED1C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SESSION 3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750C1C8-6386-DDED-19A5-2016D654A326}"/>
              </a:ext>
            </a:extLst>
          </p:cNvPr>
          <p:cNvSpPr txBox="1">
            <a:spLocks/>
          </p:cNvSpPr>
          <p:nvPr/>
        </p:nvSpPr>
        <p:spPr>
          <a:xfrm>
            <a:off x="7841293" y="790832"/>
            <a:ext cx="4261981" cy="55614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effectLst>
                  <a:outerShdw dist="56557" dir="8100000" algn="tr" rotWithShape="0">
                    <a:srgbClr val="482166"/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 can work with my team to identify their innovation project problem to solve and then research solutions.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dist="56557" dir="8100000" algn="tr" rotWithShape="0">
                    <a:srgbClr val="482166"/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 can work with my team to code our robot to avoid obstacles using a sensor.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6AAEB71-AACB-1350-FA60-DABC810222C4}"/>
              </a:ext>
            </a:extLst>
          </p:cNvPr>
          <p:cNvSpPr txBox="1">
            <a:spLocks/>
          </p:cNvSpPr>
          <p:nvPr/>
        </p:nvSpPr>
        <p:spPr>
          <a:xfrm>
            <a:off x="326169" y="2286000"/>
            <a:ext cx="6675880" cy="282321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Students will begin to work on their innovation project and continue with the building and coding a robot.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​</a:t>
            </a:r>
            <a:endParaRPr lang="en-US" sz="4000" dirty="0">
              <a:highlight>
                <a:srgbClr val="FFFF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3F9B9E18-9AC2-4042-94B8-C935025F88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2170" y="5376796"/>
            <a:ext cx="3113315" cy="1234393"/>
          </a:xfrm>
          <a:prstGeom prst="rect">
            <a:avLst/>
          </a:prstGeom>
        </p:spPr>
      </p:pic>
      <p:pic>
        <p:nvPicPr>
          <p:cNvPr id="5" name="Picture 4" descr="A green and purple rectangular sign with black text&#10;&#10;AI-generated content may be incorrect.">
            <a:extLst>
              <a:ext uri="{FF2B5EF4-FFF2-40B4-BE49-F238E27FC236}">
                <a16:creationId xmlns:a16="http://schemas.microsoft.com/office/drawing/2014/main" id="{835E69DF-BB06-E872-EB2E-4D47D39F0D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942" y="4411223"/>
            <a:ext cx="2682240" cy="268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2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3A48A-ACB6-FAEB-C04D-52066EE6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4C05673-DBAE-E541-D77B-91928F7A53DD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4288CD1E-0967-3FCE-BE03-FC771F60F5BF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0E0600F0-826E-B1FF-5C6B-8E1D4E9E3DC0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Discussion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7977A7-90C8-1701-365B-F2C04BFB271B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108DD57-4390-C9C4-AE40-215A9A8AA1A2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 descr="Thought with solid fill">
              <a:extLst>
                <a:ext uri="{FF2B5EF4-FFF2-40B4-BE49-F238E27FC236}">
                  <a16:creationId xmlns:a16="http://schemas.microsoft.com/office/drawing/2014/main" id="{3C3ADF6F-BE0E-7550-0284-3E7358CED9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75889" y="1262058"/>
              <a:ext cx="931281" cy="931281"/>
            </a:xfrm>
            <a:prstGeom prst="rect">
              <a:avLst/>
            </a:prstGeom>
          </p:spPr>
        </p:pic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16640C8-5B54-B7F7-F4FA-5210212E37B3}"/>
              </a:ext>
            </a:extLst>
          </p:cNvPr>
          <p:cNvSpPr txBox="1">
            <a:spLocks/>
          </p:cNvSpPr>
          <p:nvPr/>
        </p:nvSpPr>
        <p:spPr>
          <a:xfrm>
            <a:off x="1963457" y="1393757"/>
            <a:ext cx="9582149" cy="762634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did we do last session?</a:t>
            </a:r>
          </a:p>
        </p:txBody>
      </p:sp>
      <p:pic>
        <p:nvPicPr>
          <p:cNvPr id="3" name="Picture 2" descr="Cartoon of a child and child with their hands on their face&#10;&#10;AI-generated content may be incorrect.">
            <a:extLst>
              <a:ext uri="{FF2B5EF4-FFF2-40B4-BE49-F238E27FC236}">
                <a16:creationId xmlns:a16="http://schemas.microsoft.com/office/drawing/2014/main" id="{7DB2EA68-0F32-B469-77F4-3996225AE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366" y="2417274"/>
            <a:ext cx="4513268" cy="380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39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8550-E073-5579-A82F-7A63B9DF8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92D2572-CFCB-794D-62B6-39594A1F0721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5" name="Google Shape;248;p31">
              <a:extLst>
                <a:ext uri="{FF2B5EF4-FFF2-40B4-BE49-F238E27FC236}">
                  <a16:creationId xmlns:a16="http://schemas.microsoft.com/office/drawing/2014/main" id="{3D2F5D4D-CBDF-42A4-329D-E503CCA812B6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6" name="Google Shape;250;p31">
              <a:extLst>
                <a:ext uri="{FF2B5EF4-FFF2-40B4-BE49-F238E27FC236}">
                  <a16:creationId xmlns:a16="http://schemas.microsoft.com/office/drawing/2014/main" id="{784F2C2D-9D42-EB0C-D5F4-D320E2469080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Key Vocabulary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F4FCED-CBF3-2597-9ABE-B85139692A53}"/>
              </a:ext>
            </a:extLst>
          </p:cNvPr>
          <p:cNvSpPr txBox="1">
            <a:spLocks/>
          </p:cNvSpPr>
          <p:nvPr/>
        </p:nvSpPr>
        <p:spPr>
          <a:xfrm>
            <a:off x="1943099" y="1145429"/>
            <a:ext cx="6771824" cy="500391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5400"/>
              </a:spcAft>
            </a:pPr>
            <a:r>
              <a:rPr lang="en-US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research:</a:t>
            </a:r>
            <a:r>
              <a:rPr lang="en-US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collecting of information about a particular subject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400"/>
              </a:spcAft>
            </a:pPr>
            <a:r>
              <a:rPr lang="en-US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robot game:</a:t>
            </a:r>
            <a:r>
              <a:rPr lang="en-US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complete missions in 2.5 minute match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400"/>
              </a:spcAft>
            </a:pPr>
            <a:r>
              <a:rPr lang="en-US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sensor:</a:t>
            </a:r>
            <a:r>
              <a:rPr lang="en-US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latin typeface="Roboto"/>
                <a:ea typeface="Roboto"/>
                <a:cs typeface="Roboto"/>
              </a:rPr>
              <a:t>a device that detects something and responds by transmitting a signal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08FD90C-89FF-C2FE-D062-3F9EEFA6EAEE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FD43FDB-21D5-5953-EAFA-943D35C3042B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 descr="Open book with solid fill">
              <a:extLst>
                <a:ext uri="{FF2B5EF4-FFF2-40B4-BE49-F238E27FC236}">
                  <a16:creationId xmlns:a16="http://schemas.microsoft.com/office/drawing/2014/main" id="{4B42F1E1-28BB-27EF-4707-C41BD9A7F8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80571" y="1313120"/>
              <a:ext cx="853338" cy="853338"/>
            </a:xfrm>
            <a:prstGeom prst="rect">
              <a:avLst/>
            </a:prstGeom>
          </p:spPr>
        </p:pic>
      </p:grpSp>
      <p:pic>
        <p:nvPicPr>
          <p:cNvPr id="8" name="Picture 7" descr="A young person using a computer&#10;&#10;AI-generated content may be incorrect.">
            <a:extLst>
              <a:ext uri="{FF2B5EF4-FFF2-40B4-BE49-F238E27FC236}">
                <a16:creationId xmlns:a16="http://schemas.microsoft.com/office/drawing/2014/main" id="{151995BF-8930-93A8-DC0A-A8CAA1A886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14923" y="1145430"/>
            <a:ext cx="2386969" cy="1591312"/>
          </a:xfrm>
          <a:prstGeom prst="rect">
            <a:avLst/>
          </a:prstGeom>
        </p:spPr>
      </p:pic>
      <p:pic>
        <p:nvPicPr>
          <p:cNvPr id="16" name="Picture 15" descr="A white and black device with a cable&#10;&#10;AI-generated content may be incorrect.">
            <a:extLst>
              <a:ext uri="{FF2B5EF4-FFF2-40B4-BE49-F238E27FC236}">
                <a16:creationId xmlns:a16="http://schemas.microsoft.com/office/drawing/2014/main" id="{C7C391A5-29C5-8815-49A9-95568ED6F6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169" b="12232"/>
          <a:stretch/>
        </p:blipFill>
        <p:spPr>
          <a:xfrm>
            <a:off x="9027165" y="4423537"/>
            <a:ext cx="1999423" cy="149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10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E1991-F09F-29A2-5267-3B3E93EA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9FFF1-6E4A-1E02-CB89-FC93C7B928C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897482" y="1511426"/>
            <a:ext cx="10379797" cy="2024982"/>
          </a:xfrm>
          <a:noFill/>
        </p:spPr>
        <p:txBody>
          <a:bodyPr anchor="ctr" anchorCtr="0">
            <a:no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Share your ideas with your team.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0FDF5C-E209-5A8F-7348-079CFBBE83D4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07048586-E74D-1450-C0C1-CDFF1F2DC139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CAAD6E60-D336-455D-6B29-C92F39270665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Introduction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E7207A7-0F23-960F-8F4E-C6FC7CC3DC07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043751F-99C4-397F-4E15-07AA0DF1F79F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Map with pin with solid fill">
              <a:extLst>
                <a:ext uri="{FF2B5EF4-FFF2-40B4-BE49-F238E27FC236}">
                  <a16:creationId xmlns:a16="http://schemas.microsoft.com/office/drawing/2014/main" id="{D201E340-08D7-F349-348C-5A4D7AC41B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08762" y="1183007"/>
              <a:ext cx="996955" cy="99695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C4E7809-88BA-51E8-23CF-5E38B0E32196}"/>
              </a:ext>
            </a:extLst>
          </p:cNvPr>
          <p:cNvSpPr txBox="1"/>
          <p:nvPr/>
        </p:nvSpPr>
        <p:spPr>
          <a:xfrm>
            <a:off x="1897482" y="3013501"/>
            <a:ext cx="9331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1C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Make sure everyone has a chance to share.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9AAAB-4635-A915-0447-0684BA78043C}"/>
              </a:ext>
            </a:extLst>
          </p:cNvPr>
          <p:cNvSpPr txBox="1"/>
          <p:nvPr/>
        </p:nvSpPr>
        <p:spPr>
          <a:xfrm rot="21437334">
            <a:off x="7134805" y="1964519"/>
            <a:ext cx="27430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Project Spark Ideas: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2E264A9-D5E7-A617-2FD9-022E6489DE19}"/>
              </a:ext>
            </a:extLst>
          </p:cNvPr>
          <p:cNvSpPr txBox="1">
            <a:spLocks/>
          </p:cNvSpPr>
          <p:nvPr/>
        </p:nvSpPr>
        <p:spPr>
          <a:xfrm>
            <a:off x="1897482" y="1122582"/>
            <a:ext cx="9585756" cy="1211567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Review the Project Sparks.</a:t>
            </a:r>
          </a:p>
        </p:txBody>
      </p:sp>
    </p:spTree>
    <p:extLst>
      <p:ext uri="{BB962C8B-B14F-4D97-AF65-F5344CB8AC3E}">
        <p14:creationId xmlns:p14="http://schemas.microsoft.com/office/powerpoint/2010/main" val="1370320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AAF26-E6BD-0568-D409-BD0DC7580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084D53A-C45A-129A-F14B-20E8C364D416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301ADE73-CFFB-A2DD-EF51-BF7AFB05A3F6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8" name="Google Shape;250;p31">
              <a:extLst>
                <a:ext uri="{FF2B5EF4-FFF2-40B4-BE49-F238E27FC236}">
                  <a16:creationId xmlns:a16="http://schemas.microsoft.com/office/drawing/2014/main" id="{8C9F2EF3-81F3-1371-7117-A8AD05805F20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Tasks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0FC610D-E847-34EA-05B8-A5A655AAA853}"/>
              </a:ext>
            </a:extLst>
          </p:cNvPr>
          <p:cNvSpPr txBox="1">
            <a:spLocks/>
          </p:cNvSpPr>
          <p:nvPr/>
        </p:nvSpPr>
        <p:spPr>
          <a:xfrm>
            <a:off x="1930319" y="1145429"/>
            <a:ext cx="3456406" cy="258540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Record your team’s problem statement.</a:t>
            </a:r>
            <a:endParaRPr lang="en-US" sz="4800" b="1" dirty="0">
              <a:solidFill>
                <a:srgbClr val="0660AC"/>
              </a:solidFill>
              <a:highlight>
                <a:srgbClr val="00FF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1E3E00-9C76-4032-26BC-8F1C04F075CA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2959216-C67D-A967-F49A-03A4EC6B9B6D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Graphic 14" descr="Customer review with solid fill">
              <a:extLst>
                <a:ext uri="{FF2B5EF4-FFF2-40B4-BE49-F238E27FC236}">
                  <a16:creationId xmlns:a16="http://schemas.microsoft.com/office/drawing/2014/main" id="{E964CE57-7AAB-394E-E2AF-F56BF1C3B3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41599" y="1284918"/>
              <a:ext cx="931281" cy="931281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0A41D24-8C9D-E73A-5E49-FADF06154A90}"/>
              </a:ext>
            </a:extLst>
          </p:cNvPr>
          <p:cNvGrpSpPr/>
          <p:nvPr/>
        </p:nvGrpSpPr>
        <p:grpSpPr>
          <a:xfrm>
            <a:off x="5386725" y="1145429"/>
            <a:ext cx="6348075" cy="1423408"/>
            <a:chOff x="5032350" y="2677729"/>
            <a:chExt cx="6348075" cy="142340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DB48B64-6225-A030-C6F8-E80E85CE8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2350" y="2677729"/>
              <a:ext cx="6348075" cy="1423408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0C60A84-2DBC-B6A8-601C-AF21D9F1955F}"/>
                </a:ext>
              </a:extLst>
            </p:cNvPr>
            <p:cNvSpPr/>
            <p:nvPr/>
          </p:nvSpPr>
          <p:spPr>
            <a:xfrm>
              <a:off x="5475383" y="3045772"/>
              <a:ext cx="5409282" cy="633862"/>
            </a:xfrm>
            <a:prstGeom prst="rect">
              <a:avLst/>
            </a:prstGeom>
            <a:solidFill>
              <a:srgbClr val="64A8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4CE14E2-2FC2-3AC7-99F1-10F8E5EF957E}"/>
              </a:ext>
            </a:extLst>
          </p:cNvPr>
          <p:cNvSpPr txBox="1"/>
          <p:nvPr/>
        </p:nvSpPr>
        <p:spPr>
          <a:xfrm>
            <a:off x="5829758" y="1513472"/>
            <a:ext cx="56075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problem statement describes the problem that your team wants to solve. </a:t>
            </a:r>
          </a:p>
        </p:txBody>
      </p:sp>
    </p:spTree>
    <p:extLst>
      <p:ext uri="{BB962C8B-B14F-4D97-AF65-F5344CB8AC3E}">
        <p14:creationId xmlns:p14="http://schemas.microsoft.com/office/powerpoint/2010/main" val="373533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04010-138E-E9A2-2080-9DB773E6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1CCBD10-92EB-5ED3-6150-33D57200E017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9" name="Google Shape;248;p31">
              <a:extLst>
                <a:ext uri="{FF2B5EF4-FFF2-40B4-BE49-F238E27FC236}">
                  <a16:creationId xmlns:a16="http://schemas.microsoft.com/office/drawing/2014/main" id="{A7E5BE77-1F3D-FAF3-B6F7-0F50B6B82167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10" name="Google Shape;250;p31">
              <a:extLst>
                <a:ext uri="{FF2B5EF4-FFF2-40B4-BE49-F238E27FC236}">
                  <a16:creationId xmlns:a16="http://schemas.microsoft.com/office/drawing/2014/main" id="{D545434C-F772-5C87-2741-2ED20359FE4F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Tasks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3F7B0A-9ECC-9258-1B3E-6B8C01FA3F29}"/>
              </a:ext>
            </a:extLst>
          </p:cNvPr>
          <p:cNvSpPr txBox="1">
            <a:spLocks/>
          </p:cNvSpPr>
          <p:nvPr/>
        </p:nvSpPr>
        <p:spPr>
          <a:xfrm>
            <a:off x="1882779" y="1080923"/>
            <a:ext cx="9682844" cy="14859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the SPIKE</a:t>
            </a:r>
            <a:r>
              <a:rPr lang="en-US" sz="4800" b="1" baseline="30000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TM </a:t>
            </a: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app, complete the following lesson.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82A37-FE5B-61B7-318E-B4CDB014CBAB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0F71A35-F611-4193-8E31-AFE96333C388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551"/>
                </a:solidFill>
              </a:endParaRPr>
            </a:p>
          </p:txBody>
        </p:sp>
        <p:pic>
          <p:nvPicPr>
            <p:cNvPr id="15" name="Graphic 14" descr="Good Idea with solid fill">
              <a:extLst>
                <a:ext uri="{FF2B5EF4-FFF2-40B4-BE49-F238E27FC236}">
                  <a16:creationId xmlns:a16="http://schemas.microsoft.com/office/drawing/2014/main" id="{3CB2DB6A-30BF-F9E3-3716-EAB2FE38D4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94059" y="1191149"/>
              <a:ext cx="1076466" cy="1097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0BE0D4D-5CC3-B3F1-F43D-3820DA02D688}"/>
              </a:ext>
            </a:extLst>
          </p:cNvPr>
          <p:cNvSpPr txBox="1"/>
          <p:nvPr/>
        </p:nvSpPr>
        <p:spPr>
          <a:xfrm>
            <a:off x="1882779" y="2714932"/>
            <a:ext cx="669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D1C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Competition Ready Unit Training Camp 2: Playing with Objects</a:t>
            </a:r>
          </a:p>
        </p:txBody>
      </p:sp>
      <p:pic>
        <p:nvPicPr>
          <p:cNvPr id="4" name="Picture 3" descr="A yellow square with black text and letters&#10;&#10;AI-generated content may be incorrect.">
            <a:extLst>
              <a:ext uri="{FF2B5EF4-FFF2-40B4-BE49-F238E27FC236}">
                <a16:creationId xmlns:a16="http://schemas.microsoft.com/office/drawing/2014/main" id="{6EFA4614-E711-E793-019B-DF4D896874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2779" y="3232373"/>
            <a:ext cx="2859022" cy="2859022"/>
          </a:xfrm>
          <a:prstGeom prst="rect">
            <a:avLst/>
          </a:prstGeom>
        </p:spPr>
      </p:pic>
      <p:pic>
        <p:nvPicPr>
          <p:cNvPr id="2" name="Picture 2" descr="lesson-header">
            <a:extLst>
              <a:ext uri="{FF2B5EF4-FFF2-40B4-BE49-F238E27FC236}">
                <a16:creationId xmlns:a16="http://schemas.microsoft.com/office/drawing/2014/main" id="{0A9C568A-CF71-4EC5-AFC0-FCE85850E8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011" b="28937"/>
          <a:stretch/>
        </p:blipFill>
        <p:spPr bwMode="auto">
          <a:xfrm>
            <a:off x="5229032" y="3571539"/>
            <a:ext cx="5221493" cy="230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005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163E3-E541-5FE9-785A-9F5E39BB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A31A31-B5C5-06E5-3B02-8DD2415950A1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9" name="Google Shape;248;p31">
              <a:extLst>
                <a:ext uri="{FF2B5EF4-FFF2-40B4-BE49-F238E27FC236}">
                  <a16:creationId xmlns:a16="http://schemas.microsoft.com/office/drawing/2014/main" id="{36FAB4EF-84A0-4C04-D9DB-30B19CD5AE14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10" name="Google Shape;250;p31">
              <a:extLst>
                <a:ext uri="{FF2B5EF4-FFF2-40B4-BE49-F238E27FC236}">
                  <a16:creationId xmlns:a16="http://schemas.microsoft.com/office/drawing/2014/main" id="{BB1AB903-273A-6858-FC07-A62CF19D3FF3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Tasks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C56E4BD-5091-15CC-FDDA-7B64E0C6A623}"/>
              </a:ext>
            </a:extLst>
          </p:cNvPr>
          <p:cNvSpPr txBox="1">
            <a:spLocks/>
          </p:cNvSpPr>
          <p:nvPr/>
        </p:nvSpPr>
        <p:spPr>
          <a:xfrm>
            <a:off x="1882779" y="1145429"/>
            <a:ext cx="9682844" cy="14859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Try to code your robot to attempt a mission.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50A1B-3382-F1D5-3083-4E25B7306331}"/>
              </a:ext>
            </a:extLst>
          </p:cNvPr>
          <p:cNvSpPr txBox="1"/>
          <p:nvPr/>
        </p:nvSpPr>
        <p:spPr>
          <a:xfrm>
            <a:off x="1882779" y="2843944"/>
            <a:ext cx="3026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D1C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 might want to adjust the attachment for the mission you selected.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71161F-29AC-BF8F-63B1-4737AB5CC114}"/>
              </a:ext>
            </a:extLst>
          </p:cNvPr>
          <p:cNvGrpSpPr/>
          <p:nvPr/>
        </p:nvGrpSpPr>
        <p:grpSpPr>
          <a:xfrm>
            <a:off x="587828" y="1145429"/>
            <a:ext cx="1188720" cy="1188720"/>
            <a:chOff x="612880" y="1145429"/>
            <a:chExt cx="1188720" cy="11887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A35F9E7-96B8-535C-22CE-95845A74E90B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 descr="Sports Field with solid fill">
              <a:extLst>
                <a:ext uri="{FF2B5EF4-FFF2-40B4-BE49-F238E27FC236}">
                  <a16:creationId xmlns:a16="http://schemas.microsoft.com/office/drawing/2014/main" id="{6D8BA9E1-1A35-7AD4-D86F-320538D140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08762" y="1240157"/>
              <a:ext cx="996955" cy="996955"/>
            </a:xfrm>
            <a:prstGeom prst="rect">
              <a:avLst/>
            </a:prstGeom>
          </p:spPr>
        </p:pic>
      </p:grpSp>
      <p:pic>
        <p:nvPicPr>
          <p:cNvPr id="2" name="Picture 2" descr="lesson-header">
            <a:extLst>
              <a:ext uri="{FF2B5EF4-FFF2-40B4-BE49-F238E27FC236}">
                <a16:creationId xmlns:a16="http://schemas.microsoft.com/office/drawing/2014/main" id="{FD47A1EA-3683-159A-CD04-D0CB193142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011" r="44781" b="28937"/>
          <a:stretch/>
        </p:blipFill>
        <p:spPr bwMode="auto">
          <a:xfrm>
            <a:off x="1680665" y="3786692"/>
            <a:ext cx="2883274" cy="230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9AE5C2-5695-93C7-D25C-CF69BD5F62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2827" y="2041988"/>
            <a:ext cx="6246379" cy="416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80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2D88-F1D7-EBDD-E6D8-E09A710A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20A7C67-F243-5FFE-E265-46349BB83707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1C48B353-6C8C-E37C-716D-5C7208119DF2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8" name="Google Shape;250;p31">
              <a:extLst>
                <a:ext uri="{FF2B5EF4-FFF2-40B4-BE49-F238E27FC236}">
                  <a16:creationId xmlns:a16="http://schemas.microsoft.com/office/drawing/2014/main" id="{2032C11E-AFB9-6FA6-8788-10BA268D51A1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Reflect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B4A7199-DF59-C861-6CFC-158D81D4FADB}"/>
              </a:ext>
            </a:extLst>
          </p:cNvPr>
          <p:cNvSpPr txBox="1">
            <a:spLocks/>
          </p:cNvSpPr>
          <p:nvPr/>
        </p:nvSpPr>
        <p:spPr>
          <a:xfrm>
            <a:off x="1943100" y="1145430"/>
            <a:ext cx="9682844" cy="498574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additional research is necessary to select an idea for the project?</a:t>
            </a:r>
          </a:p>
          <a:p>
            <a:pPr marL="0" indent="0">
              <a:buNone/>
            </a:pPr>
            <a:r>
              <a:rPr lang="en-US" sz="3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objects does your robot need to avoid in the robot game?</a:t>
            </a:r>
          </a:p>
          <a:p>
            <a:pPr marL="0" indent="0">
              <a:buNone/>
            </a:pPr>
            <a:r>
              <a:rPr lang="en-US" sz="3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missions does your team want to attempt next?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77E9F4-281B-434C-0436-E89014E4FE5D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BD1659B-66EF-0815-2E27-95BA50DDBB87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Graphic 14" descr="Thought with solid fill">
              <a:extLst>
                <a:ext uri="{FF2B5EF4-FFF2-40B4-BE49-F238E27FC236}">
                  <a16:creationId xmlns:a16="http://schemas.microsoft.com/office/drawing/2014/main" id="{52C208DA-FC57-63FA-31E6-9CD9688B1C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75889" y="1262058"/>
              <a:ext cx="931281" cy="931281"/>
            </a:xfrm>
            <a:prstGeom prst="rect">
              <a:avLst/>
            </a:prstGeom>
          </p:spPr>
        </p:pic>
      </p:grpSp>
      <p:pic>
        <p:nvPicPr>
          <p:cNvPr id="2" name="Picture 1" descr="A cartoon of a child and a child&#10;&#10;AI-generated content may be incorrect.">
            <a:extLst>
              <a:ext uri="{FF2B5EF4-FFF2-40B4-BE49-F238E27FC236}">
                <a16:creationId xmlns:a16="http://schemas.microsoft.com/office/drawing/2014/main" id="{C32E808D-C256-D668-F150-238888A8A9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7267"/>
          <a:stretch/>
        </p:blipFill>
        <p:spPr>
          <a:xfrm>
            <a:off x="4145544" y="4639367"/>
            <a:ext cx="3900911" cy="157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5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F3146-109F-1077-0AA2-9A32E6D80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BE533C7-9AA5-63D1-A5A2-0053DAB4850C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2CD8ABA6-F6B4-6B10-747F-D830FA4AC3CB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8" name="Google Shape;250;p31">
              <a:extLst>
                <a:ext uri="{FF2B5EF4-FFF2-40B4-BE49-F238E27FC236}">
                  <a16:creationId xmlns:a16="http://schemas.microsoft.com/office/drawing/2014/main" id="{6FD12720-56DF-47B1-D0E1-39F8D4F70D52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Share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7DBD67-C10A-803D-24AF-51669F454FAF}"/>
              </a:ext>
            </a:extLst>
          </p:cNvPr>
          <p:cNvSpPr txBox="1">
            <a:spLocks/>
          </p:cNvSpPr>
          <p:nvPr/>
        </p:nvSpPr>
        <p:spPr>
          <a:xfrm>
            <a:off x="1943100" y="1007609"/>
            <a:ext cx="9682844" cy="14859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Share the robot skills learned in this session.</a:t>
            </a:r>
            <a:endParaRPr lang="en-US" sz="4800" b="1" dirty="0">
              <a:solidFill>
                <a:srgbClr val="0660AC"/>
              </a:solidFill>
              <a:highlight>
                <a:srgbClr val="00FF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6001B8-E250-B612-7E9D-945F4808BDC6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8354F08-EA5F-A715-E534-44FC48AAEBBD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Graphic 14" descr="Customer review with solid fill">
              <a:extLst>
                <a:ext uri="{FF2B5EF4-FFF2-40B4-BE49-F238E27FC236}">
                  <a16:creationId xmlns:a16="http://schemas.microsoft.com/office/drawing/2014/main" id="{D42FD170-2BF4-AD7C-7C45-91A3F50BE4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41599" y="1284918"/>
              <a:ext cx="931281" cy="931281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062814D-42D8-1CD1-BF83-2D10A05FEF9F}"/>
              </a:ext>
            </a:extLst>
          </p:cNvPr>
          <p:cNvGrpSpPr/>
          <p:nvPr/>
        </p:nvGrpSpPr>
        <p:grpSpPr>
          <a:xfrm>
            <a:off x="5974657" y="2858342"/>
            <a:ext cx="5134380" cy="3353297"/>
            <a:chOff x="5974657" y="2858342"/>
            <a:chExt cx="5134380" cy="3353297"/>
          </a:xfrm>
        </p:grpSpPr>
        <p:pic>
          <p:nvPicPr>
            <p:cNvPr id="5" name="Picture 4" descr="A cartoon of a child&#10;&#10;AI-generated content may be incorrect.">
              <a:extLst>
                <a:ext uri="{FF2B5EF4-FFF2-40B4-BE49-F238E27FC236}">
                  <a16:creationId xmlns:a16="http://schemas.microsoft.com/office/drawing/2014/main" id="{8B1B9237-CDEC-ACD6-343E-4D058727F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74657" y="3343564"/>
              <a:ext cx="2121836" cy="2868075"/>
            </a:xfrm>
            <a:prstGeom prst="rect">
              <a:avLst/>
            </a:prstGeom>
          </p:spPr>
        </p:pic>
        <p:pic>
          <p:nvPicPr>
            <p:cNvPr id="9" name="Picture 8" descr="A cartoon of a child wearing glasses&#10;&#10;AI-generated content may be incorrect.">
              <a:extLst>
                <a:ext uri="{FF2B5EF4-FFF2-40B4-BE49-F238E27FC236}">
                  <a16:creationId xmlns:a16="http://schemas.microsoft.com/office/drawing/2014/main" id="{A7189A2A-47F9-7F05-FE19-5F8B32102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96493" y="2858342"/>
              <a:ext cx="1558637" cy="3353297"/>
            </a:xfrm>
            <a:prstGeom prst="rect">
              <a:avLst/>
            </a:prstGeom>
          </p:spPr>
        </p:pic>
        <p:pic>
          <p:nvPicPr>
            <p:cNvPr id="12" name="Picture 11" descr="Cartoon child with short black hair and yellow shirt&#10;&#10;AI-generated content may be incorrect.">
              <a:extLst>
                <a:ext uri="{FF2B5EF4-FFF2-40B4-BE49-F238E27FC236}">
                  <a16:creationId xmlns:a16="http://schemas.microsoft.com/office/drawing/2014/main" id="{F24F1449-4293-D68C-5DFB-A93E28129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74565" y="3303174"/>
              <a:ext cx="1334472" cy="29084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7043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1FCCC-5B06-399F-A188-506908FB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oy figurine with a broom&#10;&#10;AI-generated content may be incorrect.">
            <a:extLst>
              <a:ext uri="{FF2B5EF4-FFF2-40B4-BE49-F238E27FC236}">
                <a16:creationId xmlns:a16="http://schemas.microsoft.com/office/drawing/2014/main" id="{1F88CC93-535E-7CCB-BBBE-F836C6AA7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234" y="1757363"/>
            <a:ext cx="5010150" cy="3343275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DEA8CAD-271C-963A-B80C-9E4799B0C477}"/>
              </a:ext>
            </a:extLst>
          </p:cNvPr>
          <p:cNvSpPr txBox="1">
            <a:spLocks/>
          </p:cNvSpPr>
          <p:nvPr/>
        </p:nvSpPr>
        <p:spPr>
          <a:xfrm>
            <a:off x="7652506" y="2604481"/>
            <a:ext cx="4329651" cy="10931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oboto Medium"/>
                <a:ea typeface="Roboto Medium"/>
                <a:cs typeface="Roboto Medium"/>
              </a:rPr>
              <a:t>Clean Up</a:t>
            </a:r>
            <a:endParaRPr lang="en-US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7449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CF653DF-5BC6-AA81-74CB-E7BE88E0C8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936" y="1344435"/>
            <a:ext cx="5089064" cy="32006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55C3D8-8158-20D9-7BF8-173B070378A4}"/>
              </a:ext>
            </a:extLst>
          </p:cNvPr>
          <p:cNvSpPr txBox="1"/>
          <p:nvPr/>
        </p:nvSpPr>
        <p:spPr>
          <a:xfrm>
            <a:off x="1851973" y="5328193"/>
            <a:ext cx="8488054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LEGO, the LEGO logo, the Minifigure, LEGO Education, the LEGO Education logo, and the SPIKE logo are trademarks of the/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sont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des marques de commerce du/son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marcas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registradas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de LEGO Group. ©2026 The LEGO Group. All rights reserved/Tous droits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réservés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/Todos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los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derechos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reservados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.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®, the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® logo, and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® CANOPY™ are trademarks of For Inspiration and Recognition of Science and Technology 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). LEGO® is a registered trademark of the LEGO Group.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® LEGO® League and BIOGLOW™ are jointly held trademarks of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and the LEGO Group. ©2026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and the LEGO Group. All rights reserved.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pic>
        <p:nvPicPr>
          <p:cNvPr id="3" name="Picture 2" descr="A green and purple rectangular sign with black text&#10;&#10;AI-generated content may be incorrect.">
            <a:extLst>
              <a:ext uri="{FF2B5EF4-FFF2-40B4-BE49-F238E27FC236}">
                <a16:creationId xmlns:a16="http://schemas.microsoft.com/office/drawing/2014/main" id="{D9CD3993-C33D-0A54-8910-FA3B13F0DE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58831" y="822755"/>
            <a:ext cx="4034995" cy="403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80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dbcd07c-0eed-4f47-a0fc-743daa0b3a2b" xsi:nil="true"/>
    <lcf76f155ced4ddcb4097134ff3c332f xmlns="dc5ac352-bb47-4e5b-b08c-2c11a4c8ba7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A3CF456D23424E983FC6A3CFD89728" ma:contentTypeVersion="13" ma:contentTypeDescription="Create a new document." ma:contentTypeScope="" ma:versionID="05868a9f6affae1f3165cb649b767eb4">
  <xsd:schema xmlns:xsd="http://www.w3.org/2001/XMLSchema" xmlns:xs="http://www.w3.org/2001/XMLSchema" xmlns:p="http://schemas.microsoft.com/office/2006/metadata/properties" xmlns:ns2="dc5ac352-bb47-4e5b-b08c-2c11a4c8ba70" xmlns:ns3="4dbcd07c-0eed-4f47-a0fc-743daa0b3a2b" targetNamespace="http://schemas.microsoft.com/office/2006/metadata/properties" ma:root="true" ma:fieldsID="143e7bf8a6439f939fa65a19489a1739" ns2:_="" ns3:_="">
    <xsd:import namespace="dc5ac352-bb47-4e5b-b08c-2c11a4c8ba70"/>
    <xsd:import namespace="4dbcd07c-0eed-4f47-a0fc-743daa0b3a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5ac352-bb47-4e5b-b08c-2c11a4c8ba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da59523-cae3-4a93-ad14-9717a5d9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cd07c-0eed-4f47-a0fc-743daa0b3a2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33c2426-80c4-4bc0-8c42-9b0ed55b1fa4}" ma:internalName="TaxCatchAll" ma:showField="CatchAllData" ma:web="4dbcd07c-0eed-4f47-a0fc-743daa0b3a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C3B65E-86F5-4F12-882B-E72674BBA31A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  <ds:schemaRef ds:uri="32a440ee-ccdf-4ffb-ba5c-71e25989d2a9"/>
    <ds:schemaRef ds:uri="09a20863-7c96-4a57-95ca-029d1820b20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05BA65F-8FB6-4938-B30B-8A9E3C62C615}"/>
</file>

<file path=customXml/itemProps3.xml><?xml version="1.0" encoding="utf-8"?>
<ds:datastoreItem xmlns:ds="http://schemas.openxmlformats.org/officeDocument/2006/customXml" ds:itemID="{7151A670-0DF8-40A2-9C30-9AF459D7E2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2433</TotalTime>
  <Words>1202</Words>
  <Application>Microsoft Office PowerPoint</Application>
  <PresentationFormat>Widescreen</PresentationFormat>
  <Paragraphs>112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Helvetica Neue</vt:lpstr>
      <vt:lpstr>Roboto</vt:lpstr>
      <vt:lpstr>Roboto Medium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Tammy Pankey</cp:lastModifiedBy>
  <cp:revision>92</cp:revision>
  <dcterms:created xsi:type="dcterms:W3CDTF">2020-04-21T20:33:01Z</dcterms:created>
  <dcterms:modified xsi:type="dcterms:W3CDTF">2026-05-22T17:05:00Z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0x0101007BA3CF456D23424E983FC6A3CFD89728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lpwstr/>
  </property>
  <property fmtid="{D5CDD505-2E9C-101B-9397-08002B2CF9AE}" pid="9" name="MediaServiceImageTags">
    <vt:lpwstr/>
  </property>
  <property fmtid="{D5CDD505-2E9C-101B-9397-08002B2CF9AE}" pid="10" name="Order">
    <vt:r8>4541000</vt:r8>
  </property>
  <property fmtid="{D5CDD505-2E9C-101B-9397-08002B2CF9AE}" pid="11" name="_SourceUrl">
    <vt:lpwstr/>
  </property>
  <property fmtid="{D5CDD505-2E9C-101B-9397-08002B2CF9AE}" pid="12" name="_SharedFileIndex">
    <vt:lpwstr/>
  </property>
</Properties>
</file>