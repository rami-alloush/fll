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&lt;div class="kicker"&gt;Try it now&lt;/div&gt;
# Three quick team challenges
&lt;div class="columns-3"&gt;
&lt;div class="card"&gt;
&lt;span class="tag"&gt;3 minutes&lt;/span&gt;
### Tallest tower
Use 10 LEGO bricks to build the tallest freestanding tower you can.
**Debrief:** What made your base stable?
&lt;/div&gt;
&lt;div class="card"&gt;
&lt;span class="tag"&gt;5 minutes&lt;/span&gt;
### Ecosystem engineer
Build a model that helps a rainforest plant or animal survive.
**Debrief:** What problem does it solve?
&lt;/div&gt;
&lt;div class="card"&gt;
&lt;span class="tag"&gt;5 minutes&lt;/span&gt;
### Direction relay
One partner builds while the other gives precise, respectful directions.
**Debrief:** Which instructions helped most?
&lt;/div&gt;
&lt;/div&gt;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LEGO LEAGUE&lt;br&gt;CHALLENGE</dc:title>
  <dc:subject>PptxGenJS Presentation</dc:subject>
  <dc:creator>Created by Marp</dc:creator>
  <cp:lastModifiedBy>Created by Marp</cp:lastModifiedBy>
  <cp:revision>1</cp:revision>
  <dcterms:created xsi:type="dcterms:W3CDTF">2026-08-12T23:03:13Z</dcterms:created>
  <dcterms:modified xsi:type="dcterms:W3CDTF">2026-08-12T23:03:13Z</dcterms:modified>
</cp:coreProperties>
</file>