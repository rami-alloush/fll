
<file path=[Content_Types].xml><?xml version="1.0" encoding="utf-8"?>
<Types xmlns="http://schemas.openxmlformats.org/package/2006/content-types"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71" r:id="rId22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00000"/>
            <a:ext cx="12192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38BDF8"/>
                </a:solidFill>
                <a:latin typeface="Inter"/>
              </a:rPr>
              <a:t>Video Spotlight: About FIRST LEGO League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300000"/>
            <a:ext cx="12192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i="1">
                <a:solidFill>
                  <a:srgbClr val="94A3B8"/>
                </a:solidFill>
                <a:latin typeface="Inter"/>
              </a:rPr>
              <a:t>Watch: Official overview from the FIRST LEGO League YouTube channel</a:t>
            </a:r>
          </a:p>
        </p:txBody>
      </p:sp>
      <p:pic>
        <p:nvPicPr>
          <p:cNvPr id="4" name="fll_about_video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828800" y="1900000"/>
            <a:ext cx="8534400" cy="4800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🤖 Welcome to FLL Challenge!</dc:title>
  <dc:subject>PptxGenJS Presentation</dc:subject>
  <dc:creator>Created by Marp</dc:creator>
  <cp:lastModifiedBy>Created by Marp</cp:lastModifiedBy>
  <cp:revision>1</cp:revision>
  <dcterms:created xsi:type="dcterms:W3CDTF">2026-08-11T18:54:08Z</dcterms:created>
  <dcterms:modified xsi:type="dcterms:W3CDTF">2026-08-11T18:54:08Z</dcterms:modified>
</cp:coreProperties>
</file>